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51" r:id="rId2"/>
  </p:sldMasterIdLst>
  <p:notesMasterIdLst>
    <p:notesMasterId r:id="rId21"/>
  </p:notesMasterIdLst>
  <p:sldIdLst>
    <p:sldId id="276"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Lst>
  <p:sldSz cx="18288000" cy="10287000"/>
  <p:notesSz cx="6858000" cy="9144000"/>
  <p:embeddedFontLst>
    <p:embeddedFont>
      <p:font typeface="Google Sans" pitchFamily="2" charset="0"/>
      <p:regular r:id="rId22"/>
      <p:bold r:id="rId23"/>
      <p:italic r:id="rId24"/>
      <p:boldItalic r:id="rId25"/>
    </p:embeddedFont>
    <p:embeddedFont>
      <p:font typeface="Google Sans Flex Medium" panose="020B0503030502040204" pitchFamily="34" charset="0"/>
      <p:regular r:id="rId26"/>
    </p:embeddedFont>
    <p:embeddedFont>
      <p:font typeface="Plus Jakarta Sans" pitchFamily="2" charset="77"/>
      <p:regular r:id="rId27"/>
      <p:bold r:id="rId28"/>
      <p:italic r:id="rId29"/>
      <p:boldItalic r:id="rId30"/>
    </p:embeddedFont>
    <p:embeddedFont>
      <p:font typeface="Plus Jakarta Sans Medium" pitchFamily="2" charset="77"/>
      <p:regular r:id="rId31"/>
      <p:italic r:id="rId32"/>
    </p:embeddedFont>
    <p:embeddedFont>
      <p:font typeface="Plus Jakarta Sans SemiBold"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o0dd29c0JqeZnVYhDWh2xJYItZ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hris Aguilar" initials="" lastIdx="1" clrIdx="0"/>
  <p:cmAuthor id="1" name="Panos Chatzimathios"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69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D9D188-3A4A-4CAD-A163-38ACC15CF655}">
  <a:tblStyle styleId="{B8D9D188-3A4A-4CAD-A163-38ACC15CF6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4639"/>
  </p:normalViewPr>
  <p:slideViewPr>
    <p:cSldViewPr snapToGrid="0">
      <p:cViewPr varScale="1">
        <p:scale>
          <a:sx n="80" d="100"/>
          <a:sy n="80" d="100"/>
        </p:scale>
        <p:origin x="208" y="8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font" Target="fonts/font13.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customschemas.google.com/relationships/presentationmetadata" Target="meta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7-03T14:37:13.089" idx="1">
    <p:pos x="6000" y="0"/>
    <p:text>@panos@futureneeds.eu strange copper line which overlaps with text ("background etc)
_Reassigned to panos@futureneeds.eu_</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_FjI2tA"/>
      </p:ext>
    </p:extLst>
  </p:cm>
  <p:cm authorId="1" dt="2026-07-03T14:37:13.089" idx="1">
    <p:pos x="6000" y="0"/>
    <p:text>@chris@futureneeds.eu maybe it;s because you open it via google. Open it with powerpoint please</p:text>
    <p:extLst>
      <p:ext uri="{C676402C-5697-4E1C-873F-D02D1690AC5C}">
        <p15:threadingInfo xmlns:p15="http://schemas.microsoft.com/office/powerpoint/2012/main" timeZoneBias="0">
          <p15:parentCm authorId="0" idx="1"/>
        </p15:threadingInfo>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u-gwm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9" name="Google Shape;179;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0" name="Google Shape;180;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3" name="Google Shape;183;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5" name="Google Shape;205;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6" name="Google Shape;206;p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9" name="Google Shape;209;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8" name="Google Shape;248;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49" name="Google Shape;249;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2" name="Google Shape;252;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9" name="Google Shape;259;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0" name="Google Shape;260;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3" name="Google Shape;263;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0" name="Google Shape;270;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71" name="Google Shape;271;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4" name="Google Shape;274;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3" name="Google Shape;283;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84" name="Google Shape;284;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7" name="Google Shape;287;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1" name="Google Shape;311;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12" name="Google Shape;312;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5" name="Google Shape;315;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8" name="Google Shape;328;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9" name="Google Shape;329;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2" name="Google Shape;332;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0" name="Google Shape;340;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1" name="Google Shape;341;p1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4" name="Google Shape;344;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2" name="Google Shape;352;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53" name="Google Shape;353;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6" name="Google Shape;356;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1" name="Google Shape;371;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72" name="Google Shape;372;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5" name="Google Shape;375;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8" name="Google Shape;408;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09" name="Google Shape;409;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0" name="Google Shape;410;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2" name="Google Shape;412;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8" name="Google Shape;438;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39" name="Google Shape;439;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2" name="Google Shape;442;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0" name="Google Shape;450;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1" name="Google Shape;451;p1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4" name="Google Shape;454;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2" name="Google Shape;462;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63" name="Google Shape;463;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6" name="Google Shape;466;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4" name="Google Shape;474;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75" name="Google Shape;475;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8" name="Google Shape;478;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0: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20: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18"/>
        <p:cNvGrpSpPr/>
        <p:nvPr/>
      </p:nvGrpSpPr>
      <p:grpSpPr>
        <a:xfrm>
          <a:off x="0" y="0"/>
          <a:ext cx="0" cy="0"/>
          <a:chOff x="0" y="0"/>
          <a:chExt cx="0" cy="0"/>
        </a:xfrm>
      </p:grpSpPr>
      <p:sp>
        <p:nvSpPr>
          <p:cNvPr id="19" name="Google Shape;19;p22"/>
          <p:cNvSpPr txBox="1">
            <a:spLocks noGrp="1"/>
          </p:cNvSpPr>
          <p:nvPr>
            <p:ph type="title"/>
          </p:nvPr>
        </p:nvSpPr>
        <p:spPr>
          <a:xfrm>
            <a:off x="1524000" y="3198603"/>
            <a:ext cx="6768000" cy="198913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F4A61B"/>
              </a:buClr>
              <a:buSzPts val="5600"/>
              <a:buFont typeface="Plus Jakarta Sans"/>
              <a:buNone/>
              <a:defRPr sz="5600" b="1" i="0" u="none" strike="noStrike" cap="none">
                <a:solidFill>
                  <a:srgbClr val="01696C"/>
                </a:solidFill>
                <a:latin typeface="Plus Jakarta Sans"/>
                <a:ea typeface="Plus Jakarta Sans"/>
                <a:cs typeface="Plus Jakarta Sans"/>
                <a:sym typeface="Plus Jakart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20" name="Google Shape;20;p22"/>
          <p:cNvSpPr>
            <a:spLocks noGrp="1"/>
          </p:cNvSpPr>
          <p:nvPr>
            <p:ph type="clipArt" idx="2"/>
          </p:nvPr>
        </p:nvSpPr>
        <p:spPr>
          <a:xfrm>
            <a:off x="1488141" y="5917049"/>
            <a:ext cx="2667000" cy="1801220"/>
          </a:xfrm>
          <a:prstGeom prst="rect">
            <a:avLst/>
          </a:prstGeom>
          <a:noFill/>
          <a:ln>
            <a:noFill/>
          </a:ln>
        </p:spPr>
        <p:txBody>
          <a:bodyPr/>
          <a:lstStyle/>
          <a:p>
            <a:endParaRPr lang="en-GR"/>
          </a:p>
        </p:txBody>
      </p:sp>
      <p:sp>
        <p:nvSpPr>
          <p:cNvPr id="21" name="Google Shape;21;p22"/>
          <p:cNvSpPr txBox="1">
            <a:spLocks noGrp="1"/>
          </p:cNvSpPr>
          <p:nvPr>
            <p:ph type="body" idx="1"/>
          </p:nvPr>
        </p:nvSpPr>
        <p:spPr>
          <a:xfrm>
            <a:off x="4370541" y="5753100"/>
            <a:ext cx="5029200" cy="1970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80000"/>
              </a:lnSpc>
              <a:spcBef>
                <a:spcPts val="400"/>
              </a:spcBef>
              <a:spcAft>
                <a:spcPts val="0"/>
              </a:spcAft>
              <a:buClr>
                <a:schemeClr val="dk1"/>
              </a:buClr>
              <a:buSzPts val="2000"/>
              <a:buFont typeface="Arial"/>
              <a:buNone/>
              <a:defRPr sz="2000" b="0" i="0" u="none" strike="noStrike" cap="none">
                <a:solidFill>
                  <a:schemeClr val="dk1"/>
                </a:solidFill>
                <a:latin typeface="Plus Jakarta Sans"/>
                <a:ea typeface="Plus Jakarta Sans"/>
                <a:cs typeface="Plus Jakarta Sans"/>
                <a:sym typeface="Plus Jakarta Sans"/>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cxnSp>
        <p:nvCxnSpPr>
          <p:cNvPr id="22" name="Google Shape;22;p22"/>
          <p:cNvCxnSpPr>
            <a:cxnSpLocks/>
          </p:cNvCxnSpPr>
          <p:nvPr/>
        </p:nvCxnSpPr>
        <p:spPr>
          <a:xfrm>
            <a:off x="1488141" y="5448300"/>
            <a:ext cx="7911600" cy="0"/>
          </a:xfrm>
          <a:prstGeom prst="straightConnector1">
            <a:avLst/>
          </a:prstGeom>
          <a:noFill/>
          <a:ln w="12700" cap="flat" cmpd="sng">
            <a:solidFill>
              <a:srgbClr val="C7CECB"/>
            </a:solidFill>
            <a:prstDash val="solid"/>
            <a:round/>
            <a:headEnd type="none" w="sm" len="sm"/>
            <a:tailEnd type="none" w="sm" len="sm"/>
          </a:ln>
        </p:spPr>
      </p:cxnSp>
      <p:cxnSp>
        <p:nvCxnSpPr>
          <p:cNvPr id="3" name="Google Shape;22;p22">
            <a:extLst>
              <a:ext uri="{FF2B5EF4-FFF2-40B4-BE49-F238E27FC236}">
                <a16:creationId xmlns:a16="http://schemas.microsoft.com/office/drawing/2014/main" id="{FF4B99E3-4F5F-3B67-A49B-ACA1BAEBF9A7}"/>
              </a:ext>
            </a:extLst>
          </p:cNvPr>
          <p:cNvCxnSpPr>
            <a:cxnSpLocks/>
          </p:cNvCxnSpPr>
          <p:nvPr userDrawn="1"/>
        </p:nvCxnSpPr>
        <p:spPr>
          <a:xfrm>
            <a:off x="1488141" y="8257999"/>
            <a:ext cx="7911600" cy="0"/>
          </a:xfrm>
          <a:prstGeom prst="straightConnector1">
            <a:avLst/>
          </a:prstGeom>
          <a:noFill/>
          <a:ln w="12700" cap="flat" cmpd="sng">
            <a:solidFill>
              <a:srgbClr val="C7CECB"/>
            </a:solidFill>
            <a:prstDash val="solid"/>
            <a:round/>
            <a:headEnd type="none" w="sm" len="sm"/>
            <a:tailEnd type="none" w="sm" len="sm"/>
          </a:ln>
        </p:spPr>
      </p:cxnSp>
    </p:spTree>
    <p:extLst>
      <p:ext uri="{BB962C8B-B14F-4D97-AF65-F5344CB8AC3E}">
        <p14:creationId xmlns:p14="http://schemas.microsoft.com/office/powerpoint/2010/main" val="155484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p:cSld name="Title and Content">
    <p:spTree>
      <p:nvGrpSpPr>
        <p:cNvPr id="1" name="Shape 24"/>
        <p:cNvGrpSpPr/>
        <p:nvPr/>
      </p:nvGrpSpPr>
      <p:grpSpPr>
        <a:xfrm>
          <a:off x="0" y="0"/>
          <a:ext cx="0" cy="0"/>
          <a:chOff x="0" y="0"/>
          <a:chExt cx="0" cy="0"/>
        </a:xfrm>
      </p:grpSpPr>
      <p:sp>
        <p:nvSpPr>
          <p:cNvPr id="26" name="Google Shape;26;p32"/>
          <p:cNvSpPr txBox="1">
            <a:spLocks noGrp="1"/>
          </p:cNvSpPr>
          <p:nvPr>
            <p:ph type="title"/>
          </p:nvPr>
        </p:nvSpPr>
        <p:spPr>
          <a:xfrm>
            <a:off x="1524000" y="3198603"/>
            <a:ext cx="6768000" cy="198913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F4A61B"/>
              </a:buClr>
              <a:buSzPts val="5600"/>
              <a:buFont typeface="Plus Jakarta Sans"/>
              <a:buNone/>
              <a:defRPr sz="5600" b="1" i="0" u="none" strike="noStrike" cap="none">
                <a:solidFill>
                  <a:srgbClr val="01696C"/>
                </a:solidFill>
                <a:latin typeface="Plus Jakarta Sans"/>
                <a:ea typeface="Plus Jakarta Sans"/>
                <a:cs typeface="Plus Jakarta Sans"/>
                <a:sym typeface="Plus Jakart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32"/>
          <p:cNvSpPr>
            <a:spLocks noGrp="1"/>
          </p:cNvSpPr>
          <p:nvPr>
            <p:ph type="clipArt" idx="2"/>
          </p:nvPr>
        </p:nvSpPr>
        <p:spPr>
          <a:xfrm>
            <a:off x="1488141" y="5917049"/>
            <a:ext cx="2667000" cy="1801220"/>
          </a:xfrm>
          <a:prstGeom prst="rect">
            <a:avLst/>
          </a:prstGeom>
          <a:noFill/>
          <a:ln>
            <a:noFill/>
          </a:ln>
        </p:spPr>
        <p:txBody>
          <a:bodyPr/>
          <a:lstStyle/>
          <a:p>
            <a:endParaRPr lang="en-GR"/>
          </a:p>
        </p:txBody>
      </p:sp>
      <p:sp>
        <p:nvSpPr>
          <p:cNvPr id="28" name="Google Shape;28;p32"/>
          <p:cNvSpPr txBox="1">
            <a:spLocks noGrp="1"/>
          </p:cNvSpPr>
          <p:nvPr>
            <p:ph type="body" idx="1"/>
          </p:nvPr>
        </p:nvSpPr>
        <p:spPr>
          <a:xfrm>
            <a:off x="4370541" y="5753100"/>
            <a:ext cx="5029200" cy="1970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80000"/>
              </a:lnSpc>
              <a:spcBef>
                <a:spcPts val="400"/>
              </a:spcBef>
              <a:spcAft>
                <a:spcPts val="0"/>
              </a:spcAft>
              <a:buClr>
                <a:schemeClr val="dk1"/>
              </a:buClr>
              <a:buSzPts val="2000"/>
              <a:buFont typeface="Arial"/>
              <a:buNone/>
              <a:defRPr sz="2000" b="0" i="0" u="none" strike="noStrike" cap="none">
                <a:solidFill>
                  <a:schemeClr val="dk1"/>
                </a:solidFill>
                <a:latin typeface="Plus Jakarta Sans"/>
                <a:ea typeface="Plus Jakarta Sans"/>
                <a:cs typeface="Plus Jakarta Sans"/>
                <a:sym typeface="Plus Jakarta Sans"/>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Plus Jakarta Sans"/>
                <a:ea typeface="Plus Jakarta Sans"/>
                <a:cs typeface="Plus Jakarta Sans"/>
                <a:sym typeface="Plus Jakarta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cxnSp>
        <p:nvCxnSpPr>
          <p:cNvPr id="29" name="Google Shape;29;p32"/>
          <p:cNvCxnSpPr/>
          <p:nvPr/>
        </p:nvCxnSpPr>
        <p:spPr>
          <a:xfrm>
            <a:off x="1488141" y="5448300"/>
            <a:ext cx="7427259" cy="0"/>
          </a:xfrm>
          <a:prstGeom prst="straightConnector1">
            <a:avLst/>
          </a:prstGeom>
          <a:noFill/>
          <a:ln w="9525" cap="flat" cmpd="sng">
            <a:solidFill>
              <a:srgbClr val="C7CECB"/>
            </a:solidFill>
            <a:prstDash val="solid"/>
            <a:round/>
            <a:headEnd type="none" w="sm" len="sm"/>
            <a:tailEnd type="none" w="sm" len="sm"/>
          </a:ln>
        </p:spPr>
      </p:cxnSp>
      <p:cxnSp>
        <p:nvCxnSpPr>
          <p:cNvPr id="2" name="Google Shape;22;p22">
            <a:extLst>
              <a:ext uri="{FF2B5EF4-FFF2-40B4-BE49-F238E27FC236}">
                <a16:creationId xmlns:a16="http://schemas.microsoft.com/office/drawing/2014/main" id="{4D09119C-F0A1-5AF8-80EC-25E034335795}"/>
              </a:ext>
            </a:extLst>
          </p:cNvPr>
          <p:cNvCxnSpPr>
            <a:cxnSpLocks/>
          </p:cNvCxnSpPr>
          <p:nvPr userDrawn="1"/>
        </p:nvCxnSpPr>
        <p:spPr>
          <a:xfrm>
            <a:off x="1488141" y="8257999"/>
            <a:ext cx="7911600" cy="0"/>
          </a:xfrm>
          <a:prstGeom prst="straightConnector1">
            <a:avLst/>
          </a:prstGeom>
          <a:noFill/>
          <a:ln w="12700" cap="flat" cmpd="sng">
            <a:solidFill>
              <a:srgbClr val="C7CECB"/>
            </a:solidFill>
            <a:prstDash val="solid"/>
            <a:round/>
            <a:headEnd type="none" w="sm" len="sm"/>
            <a:tailEnd type="none" w="sm" len="sm"/>
          </a:ln>
        </p:spPr>
      </p:cxnSp>
    </p:spTree>
    <p:extLst>
      <p:ext uri="{BB962C8B-B14F-4D97-AF65-F5344CB8AC3E}">
        <p14:creationId xmlns:p14="http://schemas.microsoft.com/office/powerpoint/2010/main" val="2829565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4"/>
          <p:cNvSpPr txBox="1">
            <a:spLocks noGrp="1"/>
          </p:cNvSpPr>
          <p:nvPr>
            <p:ph type="sldNum" idx="12"/>
          </p:nvPr>
        </p:nvSpPr>
        <p:spPr>
          <a:xfrm>
            <a:off x="13304145" y="9791700"/>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Plus Jakarta Sans"/>
                <a:ea typeface="Plus Jakarta Sans"/>
                <a:cs typeface="Plus Jakarta Sans"/>
                <a:sym typeface="Plus Jakarta Sans"/>
              </a:defRPr>
            </a:lvl1pPr>
            <a:lvl2pPr marL="0" lvl="1" indent="0" algn="r">
              <a:spcBef>
                <a:spcPts val="0"/>
              </a:spcBef>
              <a:buNone/>
              <a:defRPr sz="1200" b="0" i="0">
                <a:solidFill>
                  <a:srgbClr val="757575"/>
                </a:solidFill>
                <a:latin typeface="Plus Jakarta Sans"/>
                <a:ea typeface="Plus Jakarta Sans"/>
                <a:cs typeface="Plus Jakarta Sans"/>
                <a:sym typeface="Plus Jakarta Sans"/>
              </a:defRPr>
            </a:lvl2pPr>
            <a:lvl3pPr marL="0" lvl="2" indent="0" algn="r">
              <a:spcBef>
                <a:spcPts val="0"/>
              </a:spcBef>
              <a:buNone/>
              <a:defRPr sz="1200" b="0" i="0">
                <a:solidFill>
                  <a:srgbClr val="757575"/>
                </a:solidFill>
                <a:latin typeface="Plus Jakarta Sans"/>
                <a:ea typeface="Plus Jakarta Sans"/>
                <a:cs typeface="Plus Jakarta Sans"/>
                <a:sym typeface="Plus Jakarta Sans"/>
              </a:defRPr>
            </a:lvl3pPr>
            <a:lvl4pPr marL="0" lvl="3" indent="0" algn="r">
              <a:spcBef>
                <a:spcPts val="0"/>
              </a:spcBef>
              <a:buNone/>
              <a:defRPr sz="1200" b="0" i="0">
                <a:solidFill>
                  <a:srgbClr val="757575"/>
                </a:solidFill>
                <a:latin typeface="Plus Jakarta Sans"/>
                <a:ea typeface="Plus Jakarta Sans"/>
                <a:cs typeface="Plus Jakarta Sans"/>
                <a:sym typeface="Plus Jakarta Sans"/>
              </a:defRPr>
            </a:lvl4pPr>
            <a:lvl5pPr marL="0" lvl="4" indent="0" algn="r">
              <a:spcBef>
                <a:spcPts val="0"/>
              </a:spcBef>
              <a:buNone/>
              <a:defRPr sz="1200" b="0" i="0">
                <a:solidFill>
                  <a:srgbClr val="757575"/>
                </a:solidFill>
                <a:latin typeface="Plus Jakarta Sans"/>
                <a:ea typeface="Plus Jakarta Sans"/>
                <a:cs typeface="Plus Jakarta Sans"/>
                <a:sym typeface="Plus Jakarta Sans"/>
              </a:defRPr>
            </a:lvl5pPr>
            <a:lvl6pPr marL="0" lvl="5" indent="0" algn="r">
              <a:spcBef>
                <a:spcPts val="0"/>
              </a:spcBef>
              <a:buNone/>
              <a:defRPr sz="1200" b="0" i="0">
                <a:solidFill>
                  <a:srgbClr val="757575"/>
                </a:solidFill>
                <a:latin typeface="Plus Jakarta Sans"/>
                <a:ea typeface="Plus Jakarta Sans"/>
                <a:cs typeface="Plus Jakarta Sans"/>
                <a:sym typeface="Plus Jakarta Sans"/>
              </a:defRPr>
            </a:lvl6pPr>
            <a:lvl7pPr marL="0" lvl="6" indent="0" algn="r">
              <a:spcBef>
                <a:spcPts val="0"/>
              </a:spcBef>
              <a:buNone/>
              <a:defRPr sz="1200" b="0" i="0">
                <a:solidFill>
                  <a:srgbClr val="757575"/>
                </a:solidFill>
                <a:latin typeface="Plus Jakarta Sans"/>
                <a:ea typeface="Plus Jakarta Sans"/>
                <a:cs typeface="Plus Jakarta Sans"/>
                <a:sym typeface="Plus Jakarta Sans"/>
              </a:defRPr>
            </a:lvl7pPr>
            <a:lvl8pPr marL="0" lvl="7" indent="0" algn="r">
              <a:spcBef>
                <a:spcPts val="0"/>
              </a:spcBef>
              <a:buNone/>
              <a:defRPr sz="1200" b="0" i="0">
                <a:solidFill>
                  <a:srgbClr val="757575"/>
                </a:solidFill>
                <a:latin typeface="Plus Jakarta Sans"/>
                <a:ea typeface="Plus Jakarta Sans"/>
                <a:cs typeface="Plus Jakarta Sans"/>
                <a:sym typeface="Plus Jakarta Sans"/>
              </a:defRPr>
            </a:lvl8pPr>
            <a:lvl9pPr marL="0" lvl="8" indent="0" algn="r">
              <a:spcBef>
                <a:spcPts val="0"/>
              </a:spcBef>
              <a:buNone/>
              <a:defRPr sz="1200" b="0" i="0">
                <a:solidFill>
                  <a:srgbClr val="757575"/>
                </a:solidFill>
                <a:latin typeface="Plus Jakarta Sans"/>
                <a:ea typeface="Plus Jakarta Sans"/>
                <a:cs typeface="Plus Jakarta Sans"/>
                <a:sym typeface="Plus Jakarta Sans"/>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24"/>
          <p:cNvSpPr txBox="1">
            <a:spLocks noGrp="1"/>
          </p:cNvSpPr>
          <p:nvPr>
            <p:ph type="body" id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0" name="Google Shape;40;p24"/>
          <p:cNvSpPr>
            <a:spLocks noGrp="1"/>
          </p:cNvSpPr>
          <p:nvPr>
            <p:ph type="clipArt" idx="2"/>
          </p:nvPr>
        </p:nvSpPr>
        <p:spPr>
          <a:xfrm>
            <a:off x="15862852" y="723900"/>
            <a:ext cx="1739348" cy="9144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41"/>
        <p:cNvGrpSpPr/>
        <p:nvPr/>
      </p:nvGrpSpPr>
      <p:grpSpPr>
        <a:xfrm>
          <a:off x="0" y="0"/>
          <a:ext cx="0" cy="0"/>
          <a:chOff x="0" y="0"/>
          <a:chExt cx="0" cy="0"/>
        </a:xfrm>
      </p:grpSpPr>
      <p:sp>
        <p:nvSpPr>
          <p:cNvPr id="42" name="Google Shape;42;p25"/>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25"/>
          <p:cNvSpPr txBox="1">
            <a:spLocks noGrp="1"/>
          </p:cNvSpPr>
          <p:nvPr>
            <p:ph type="body" idx="1"/>
          </p:nvPr>
        </p:nvSpPr>
        <p:spPr>
          <a:xfrm>
            <a:off x="999068" y="3695700"/>
            <a:ext cx="16222132" cy="24431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4" name="Google Shape;44;p25"/>
          <p:cNvSpPr txBox="1">
            <a:spLocks noGrp="1"/>
          </p:cNvSpPr>
          <p:nvPr>
            <p:ph type="body" idx="2"/>
          </p:nvPr>
        </p:nvSpPr>
        <p:spPr>
          <a:xfrm>
            <a:off x="990600" y="6774200"/>
            <a:ext cx="16230716" cy="24431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5" name="Google Shape;45;p25"/>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lvl="1" indent="0" algn="r">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lvl="2" indent="0" algn="r">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lvl="3" indent="0" algn="r">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lvl="4" indent="0" algn="r">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lvl="5" indent="0" algn="r">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lvl="6" indent="0" algn="r">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lvl="7" indent="0" algn="r">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lvl="8" indent="0" algn="r">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25"/>
          <p:cNvSpPr txBox="1">
            <a:spLocks noGrp="1"/>
          </p:cNvSpPr>
          <p:nvPr>
            <p:ph type="body" idx="3"/>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 name="Google Shape;40;p24">
            <a:extLst>
              <a:ext uri="{FF2B5EF4-FFF2-40B4-BE49-F238E27FC236}">
                <a16:creationId xmlns:a16="http://schemas.microsoft.com/office/drawing/2014/main" id="{E3F945EA-F571-6AE4-E934-F5E0972A2A0F}"/>
              </a:ext>
            </a:extLst>
          </p:cNvPr>
          <p:cNvSpPr>
            <a:spLocks noGrp="1"/>
          </p:cNvSpPr>
          <p:nvPr>
            <p:ph type="clipArt" idx="13"/>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48"/>
        <p:cNvGrpSpPr/>
        <p:nvPr/>
      </p:nvGrpSpPr>
      <p:grpSpPr>
        <a:xfrm>
          <a:off x="0" y="0"/>
          <a:ext cx="0" cy="0"/>
          <a:chOff x="0" y="0"/>
          <a:chExt cx="0" cy="0"/>
        </a:xfrm>
      </p:grpSpPr>
      <p:sp>
        <p:nvSpPr>
          <p:cNvPr id="49" name="Google Shape;49;p26"/>
          <p:cNvSpPr txBox="1">
            <a:spLocks noGrp="1"/>
          </p:cNvSpPr>
          <p:nvPr>
            <p:ph type="body" idx="1"/>
          </p:nvPr>
        </p:nvSpPr>
        <p:spPr>
          <a:xfrm>
            <a:off x="990600" y="3695700"/>
            <a:ext cx="9829800" cy="5562600"/>
          </a:xfrm>
          <a:prstGeom prst="rect">
            <a:avLst/>
          </a:prstGeom>
          <a:noFill/>
          <a:ln>
            <a:noFill/>
          </a:ln>
        </p:spPr>
        <p:txBody>
          <a:bodyPr spcFirstLastPara="1" wrap="square" lIns="0" tIns="0" rIns="0" bIns="0" anchor="t" anchorCtr="0">
            <a:noAutofit/>
          </a:bodyPr>
          <a:lstStyle>
            <a:lvl1pPr marL="457200" marR="0" lvl="0" indent="-228600" algn="l" rtl="0">
              <a:lnSpc>
                <a:spcPct val="150000"/>
              </a:lnSpc>
              <a:spcBef>
                <a:spcPts val="400"/>
              </a:spcBef>
              <a:spcAft>
                <a:spcPts val="0"/>
              </a:spcAft>
              <a:buClr>
                <a:schemeClr val="accent5"/>
              </a:buClr>
              <a:buSzPts val="2000"/>
              <a:buFont typeface="Arial"/>
              <a:buNone/>
              <a:defRPr sz="2000" b="0" i="0" u="none" strike="noStrike" cap="none">
                <a:solidFill>
                  <a:schemeClr val="accent5"/>
                </a:solidFill>
                <a:latin typeface="Plus Jakarta Sans"/>
                <a:ea typeface="Plus Jakarta Sans"/>
                <a:cs typeface="Plus Jakarta Sans"/>
                <a:sym typeface="Plus Jakarta Sans"/>
              </a:defRPr>
            </a:lvl1pPr>
            <a:lvl2pPr marL="914400" marR="0" lvl="1" indent="-228600" algn="l" rtl="0">
              <a:spcBef>
                <a:spcPts val="560"/>
              </a:spcBef>
              <a:spcAft>
                <a:spcPts val="0"/>
              </a:spcAft>
              <a:buClr>
                <a:schemeClr val="dk2"/>
              </a:buClr>
              <a:buSzPts val="2800"/>
              <a:buFont typeface="Arial"/>
              <a:buNone/>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0" name="Google Shape;50;p26"/>
          <p:cNvSpPr>
            <a:spLocks noGrp="1"/>
          </p:cNvSpPr>
          <p:nvPr>
            <p:ph type="clipArt" idx="2"/>
          </p:nvPr>
        </p:nvSpPr>
        <p:spPr>
          <a:xfrm>
            <a:off x="11277600" y="3695700"/>
            <a:ext cx="5943600" cy="5562600"/>
          </a:xfrm>
          <a:prstGeom prst="rect">
            <a:avLst/>
          </a:prstGeom>
          <a:noFill/>
          <a:ln>
            <a:noFill/>
          </a:ln>
        </p:spPr>
        <p:txBody>
          <a:bodyPr/>
          <a:lstStyle/>
          <a:p>
            <a:endParaRPr lang="en-GR"/>
          </a:p>
        </p:txBody>
      </p:sp>
      <p:sp>
        <p:nvSpPr>
          <p:cNvPr id="51" name="Google Shape;51;p26"/>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lvl="1" indent="0" algn="r">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lvl="2" indent="0" algn="r">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lvl="3" indent="0" algn="r">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lvl="4" indent="0" algn="r">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lvl="5" indent="0" algn="r">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lvl="6" indent="0" algn="r">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lvl="7" indent="0" algn="r">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lvl="8" indent="0" algn="r">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26"/>
          <p:cNvSpPr txBox="1">
            <a:spLocks noGrp="1"/>
          </p:cNvSpPr>
          <p:nvPr>
            <p:ph type="body" idx="3"/>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26"/>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77991A80-AE49-614B-7DD3-F3C6F54B622A}"/>
              </a:ext>
            </a:extLst>
          </p:cNvPr>
          <p:cNvSpPr>
            <a:spLocks noGrp="1"/>
          </p:cNvSpPr>
          <p:nvPr>
            <p:ph type="clipArt" idx="13"/>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itle Slide" userDrawn="1">
  <p:cSld name="2_Title Slide">
    <p:spTree>
      <p:nvGrpSpPr>
        <p:cNvPr id="1" name="Shape 55"/>
        <p:cNvGrpSpPr/>
        <p:nvPr/>
      </p:nvGrpSpPr>
      <p:grpSpPr>
        <a:xfrm>
          <a:off x="0" y="0"/>
          <a:ext cx="0" cy="0"/>
          <a:chOff x="0" y="0"/>
          <a:chExt cx="0" cy="0"/>
        </a:xfrm>
      </p:grpSpPr>
      <p:sp>
        <p:nvSpPr>
          <p:cNvPr id="56" name="Google Shape;56;p27"/>
          <p:cNvSpPr>
            <a:spLocks noGrp="1"/>
          </p:cNvSpPr>
          <p:nvPr>
            <p:ph type="clipArt" idx="2"/>
          </p:nvPr>
        </p:nvSpPr>
        <p:spPr>
          <a:xfrm>
            <a:off x="11277600" y="3695700"/>
            <a:ext cx="5943600" cy="2667000"/>
          </a:xfrm>
          <a:prstGeom prst="rect">
            <a:avLst/>
          </a:prstGeom>
          <a:noFill/>
          <a:ln>
            <a:noFill/>
          </a:ln>
        </p:spPr>
        <p:txBody>
          <a:bodyPr/>
          <a:lstStyle/>
          <a:p>
            <a:endParaRPr lang="en-GR"/>
          </a:p>
        </p:txBody>
      </p:sp>
      <p:sp>
        <p:nvSpPr>
          <p:cNvPr id="57" name="Google Shape;57;p27"/>
          <p:cNvSpPr txBox="1">
            <a:spLocks noGrp="1"/>
          </p:cNvSpPr>
          <p:nvPr>
            <p:ph type="body" idx="1"/>
          </p:nvPr>
        </p:nvSpPr>
        <p:spPr>
          <a:xfrm>
            <a:off x="999068" y="3695700"/>
            <a:ext cx="9821332" cy="2667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8" name="Google Shape;58;p27"/>
          <p:cNvSpPr txBox="1">
            <a:spLocks noGrp="1"/>
          </p:cNvSpPr>
          <p:nvPr>
            <p:ph type="body" idx="3"/>
          </p:nvPr>
        </p:nvSpPr>
        <p:spPr>
          <a:xfrm>
            <a:off x="999068" y="6591300"/>
            <a:ext cx="9821332" cy="2667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9" name="Google Shape;59;p27"/>
          <p:cNvSpPr>
            <a:spLocks noGrp="1"/>
          </p:cNvSpPr>
          <p:nvPr>
            <p:ph type="clipArt" idx="4"/>
          </p:nvPr>
        </p:nvSpPr>
        <p:spPr>
          <a:xfrm>
            <a:off x="11277600" y="6591300"/>
            <a:ext cx="5943600" cy="2667000"/>
          </a:xfrm>
          <a:prstGeom prst="rect">
            <a:avLst/>
          </a:prstGeom>
          <a:noFill/>
          <a:ln>
            <a:noFill/>
          </a:ln>
        </p:spPr>
        <p:txBody>
          <a:bodyPr/>
          <a:lstStyle/>
          <a:p>
            <a:endParaRPr lang="en-GR"/>
          </a:p>
        </p:txBody>
      </p:sp>
      <p:sp>
        <p:nvSpPr>
          <p:cNvPr id="60" name="Google Shape;60;p27"/>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lvl="1" indent="0" algn="r">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lvl="2" indent="0" algn="r">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lvl="3" indent="0" algn="r">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lvl="4" indent="0" algn="r">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lvl="5" indent="0" algn="r">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lvl="6" indent="0" algn="r">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lvl="7" indent="0" algn="r">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lvl="8" indent="0" algn="r">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sp>
        <p:nvSpPr>
          <p:cNvPr id="61" name="Google Shape;61;p27"/>
          <p:cNvSpPr txBox="1">
            <a:spLocks noGrp="1"/>
          </p:cNvSpPr>
          <p:nvPr>
            <p:ph type="body" idx="5"/>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27"/>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B63EAAF5-50E3-D18D-F3C1-1AAAE0AA4BC2}"/>
              </a:ext>
            </a:extLst>
          </p:cNvPr>
          <p:cNvSpPr>
            <a:spLocks noGrp="1"/>
          </p:cNvSpPr>
          <p:nvPr>
            <p:ph type="clipArt" idx="13"/>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Title Slide" userDrawn="1">
  <p:cSld name="3_Title Slide">
    <p:spTree>
      <p:nvGrpSpPr>
        <p:cNvPr id="1" name="Shape 64"/>
        <p:cNvGrpSpPr/>
        <p:nvPr/>
      </p:nvGrpSpPr>
      <p:grpSpPr>
        <a:xfrm>
          <a:off x="0" y="0"/>
          <a:ext cx="0" cy="0"/>
          <a:chOff x="0" y="0"/>
          <a:chExt cx="0" cy="0"/>
        </a:xfrm>
      </p:grpSpPr>
      <p:sp>
        <p:nvSpPr>
          <p:cNvPr id="65" name="Google Shape;65;p28"/>
          <p:cNvSpPr>
            <a:spLocks noGrp="1"/>
          </p:cNvSpPr>
          <p:nvPr>
            <p:ph type="clipArt" idx="2"/>
          </p:nvPr>
        </p:nvSpPr>
        <p:spPr>
          <a:xfrm>
            <a:off x="973667" y="3695700"/>
            <a:ext cx="5195334" cy="2667000"/>
          </a:xfrm>
          <a:prstGeom prst="rect">
            <a:avLst/>
          </a:prstGeom>
          <a:noFill/>
          <a:ln>
            <a:noFill/>
          </a:ln>
        </p:spPr>
        <p:txBody>
          <a:bodyPr/>
          <a:lstStyle/>
          <a:p>
            <a:endParaRPr lang="en-GR"/>
          </a:p>
        </p:txBody>
      </p:sp>
      <p:sp>
        <p:nvSpPr>
          <p:cNvPr id="66" name="Google Shape;66;p28"/>
          <p:cNvSpPr txBox="1">
            <a:spLocks noGrp="1"/>
          </p:cNvSpPr>
          <p:nvPr>
            <p:ph type="body" idx="1"/>
          </p:nvPr>
        </p:nvSpPr>
        <p:spPr>
          <a:xfrm>
            <a:off x="999069" y="6591300"/>
            <a:ext cx="5173131" cy="2667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28"/>
          <p:cNvSpPr>
            <a:spLocks noGrp="1"/>
          </p:cNvSpPr>
          <p:nvPr>
            <p:ph type="clipArt" idx="3"/>
          </p:nvPr>
        </p:nvSpPr>
        <p:spPr>
          <a:xfrm>
            <a:off x="12115801" y="3695700"/>
            <a:ext cx="5195334" cy="2667000"/>
          </a:xfrm>
          <a:prstGeom prst="rect">
            <a:avLst/>
          </a:prstGeom>
          <a:noFill/>
          <a:ln>
            <a:noFill/>
          </a:ln>
        </p:spPr>
        <p:txBody>
          <a:bodyPr/>
          <a:lstStyle/>
          <a:p>
            <a:endParaRPr lang="en-GR"/>
          </a:p>
        </p:txBody>
      </p:sp>
      <p:sp>
        <p:nvSpPr>
          <p:cNvPr id="68" name="Google Shape;68;p28"/>
          <p:cNvSpPr txBox="1">
            <a:spLocks noGrp="1"/>
          </p:cNvSpPr>
          <p:nvPr>
            <p:ph type="body" idx="4"/>
          </p:nvPr>
        </p:nvSpPr>
        <p:spPr>
          <a:xfrm>
            <a:off x="12141203" y="6591300"/>
            <a:ext cx="5173131" cy="2667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Google Shape;69;p28"/>
          <p:cNvSpPr>
            <a:spLocks noGrp="1"/>
          </p:cNvSpPr>
          <p:nvPr>
            <p:ph type="clipArt" idx="5"/>
          </p:nvPr>
        </p:nvSpPr>
        <p:spPr>
          <a:xfrm>
            <a:off x="6544735" y="3695700"/>
            <a:ext cx="5195334" cy="2667000"/>
          </a:xfrm>
          <a:prstGeom prst="rect">
            <a:avLst/>
          </a:prstGeom>
          <a:noFill/>
          <a:ln>
            <a:noFill/>
          </a:ln>
        </p:spPr>
        <p:txBody>
          <a:bodyPr/>
          <a:lstStyle/>
          <a:p>
            <a:endParaRPr lang="en-GR"/>
          </a:p>
        </p:txBody>
      </p:sp>
      <p:sp>
        <p:nvSpPr>
          <p:cNvPr id="70" name="Google Shape;70;p28"/>
          <p:cNvSpPr txBox="1">
            <a:spLocks noGrp="1"/>
          </p:cNvSpPr>
          <p:nvPr>
            <p:ph type="body" idx="6"/>
          </p:nvPr>
        </p:nvSpPr>
        <p:spPr>
          <a:xfrm>
            <a:off x="6570137" y="6591300"/>
            <a:ext cx="5173131" cy="2667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520"/>
              </a:spcBef>
              <a:spcAft>
                <a:spcPts val="0"/>
              </a:spcAft>
              <a:buClr>
                <a:schemeClr val="dk2"/>
              </a:buClr>
              <a:buSzPts val="2600"/>
              <a:buFont typeface="Arial"/>
              <a:buNone/>
              <a:defRPr sz="26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accent3"/>
              </a:buClr>
              <a:buSzPts val="2800"/>
              <a:buFont typeface="Arial"/>
              <a:buChar char="–"/>
              <a:defRPr sz="2800" b="0" i="0" u="none" strike="noStrike" cap="none">
                <a:solidFill>
                  <a:schemeClr val="accent3"/>
                </a:solidFill>
                <a:latin typeface="Plus Jakarta Sans"/>
                <a:ea typeface="Plus Jakarta Sans"/>
                <a:cs typeface="Plus Jakarta Sans"/>
                <a:sym typeface="Plus Jakarta Sans"/>
              </a:defRPr>
            </a:lvl2pPr>
            <a:lvl3pPr marL="1371600" marR="0" lvl="2" indent="-381000" algn="l" rtl="0">
              <a:spcBef>
                <a:spcPts val="480"/>
              </a:spcBef>
              <a:spcAft>
                <a:spcPts val="0"/>
              </a:spcAft>
              <a:buClr>
                <a:schemeClr val="accent5"/>
              </a:buClr>
              <a:buSzPts val="2400"/>
              <a:buFont typeface="Arial"/>
              <a:buChar char="•"/>
              <a:defRPr sz="2400" b="0" i="0" u="none" strike="noStrike" cap="none">
                <a:solidFill>
                  <a:schemeClr val="accent5"/>
                </a:solidFill>
                <a:latin typeface="Plus Jakarta Sans"/>
                <a:ea typeface="Plus Jakarta Sans"/>
                <a:cs typeface="Plus Jakarta Sans"/>
                <a:sym typeface="Plus Jakarta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28"/>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lvl="1" indent="0" algn="r">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lvl="2" indent="0" algn="r">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lvl="3" indent="0" algn="r">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lvl="4" indent="0" algn="r">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lvl="5" indent="0" algn="r">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lvl="6" indent="0" algn="r">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lvl="7" indent="0" algn="r">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lvl="8" indent="0" algn="r">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28"/>
          <p:cNvSpPr txBox="1">
            <a:spLocks noGrp="1"/>
          </p:cNvSpPr>
          <p:nvPr>
            <p:ph type="body" idx="7"/>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3" name="Google Shape;73;p28"/>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259B9B26-AE61-C0FD-E325-D72F52CEDB25}"/>
              </a:ext>
            </a:extLst>
          </p:cNvPr>
          <p:cNvSpPr>
            <a:spLocks noGrp="1"/>
          </p:cNvSpPr>
          <p:nvPr>
            <p:ph type="clipArt" idx="13"/>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userDrawn="1">
  <p:cSld name="Section Header">
    <p:spTree>
      <p:nvGrpSpPr>
        <p:cNvPr id="1" name="Shape 75"/>
        <p:cNvGrpSpPr/>
        <p:nvPr/>
      </p:nvGrpSpPr>
      <p:grpSpPr>
        <a:xfrm>
          <a:off x="0" y="0"/>
          <a:ext cx="0" cy="0"/>
          <a:chOff x="0" y="0"/>
          <a:chExt cx="0" cy="0"/>
        </a:xfrm>
      </p:grpSpPr>
      <p:sp>
        <p:nvSpPr>
          <p:cNvPr id="76" name="Google Shape;76;p29"/>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lvl="1" indent="0" algn="r">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lvl="2" indent="0" algn="r">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lvl="3" indent="0" algn="r">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lvl="4" indent="0" algn="r">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lvl="5" indent="0" algn="r">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lvl="6" indent="0" algn="r">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lvl="7" indent="0" algn="r">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lvl="8" indent="0" algn="r">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29"/>
          <p:cNvSpPr txBox="1">
            <a:spLocks noGrp="1"/>
          </p:cNvSpPr>
          <p:nvPr>
            <p:ph type="body" idx="1"/>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8" name="Google Shape;78;p29"/>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2348E69B-EB68-B621-A61A-187476A80376}"/>
              </a:ext>
            </a:extLst>
          </p:cNvPr>
          <p:cNvSpPr>
            <a:spLocks noGrp="1"/>
          </p:cNvSpPr>
          <p:nvPr>
            <p:ph type="clipArt" idx="2"/>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userDrawn="1">
  <p:cSld name="Two Content">
    <p:spTree>
      <p:nvGrpSpPr>
        <p:cNvPr id="1" name="Shape 80"/>
        <p:cNvGrpSpPr/>
        <p:nvPr/>
      </p:nvGrpSpPr>
      <p:grpSpPr>
        <a:xfrm>
          <a:off x="0" y="0"/>
          <a:ext cx="0" cy="0"/>
          <a:chOff x="0" y="0"/>
          <a:chExt cx="0" cy="0"/>
        </a:xfrm>
      </p:grpSpPr>
      <p:sp>
        <p:nvSpPr>
          <p:cNvPr id="81" name="Google Shape;81;p30"/>
          <p:cNvSpPr txBox="1">
            <a:spLocks noGrp="1"/>
          </p:cNvSpPr>
          <p:nvPr>
            <p:ph type="body" idx="1"/>
          </p:nvPr>
        </p:nvSpPr>
        <p:spPr>
          <a:xfrm>
            <a:off x="999069" y="3810000"/>
            <a:ext cx="3801531" cy="647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2"/>
              </a:buClr>
              <a:buSzPts val="2400"/>
              <a:buFont typeface="Arial"/>
              <a:buNone/>
              <a:defRPr sz="24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dk2"/>
              </a:buClr>
              <a:buSzPts val="2800"/>
              <a:buFont typeface="Arial"/>
              <a:buChar char="–"/>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2" name="Google Shape;82;p30"/>
          <p:cNvSpPr txBox="1">
            <a:spLocks noGrp="1"/>
          </p:cNvSpPr>
          <p:nvPr>
            <p:ph type="body" idx="2"/>
          </p:nvPr>
        </p:nvSpPr>
        <p:spPr>
          <a:xfrm>
            <a:off x="5139268" y="3810000"/>
            <a:ext cx="3801531" cy="647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2"/>
              </a:buClr>
              <a:buSzPts val="2400"/>
              <a:buFont typeface="Arial"/>
              <a:buNone/>
              <a:defRPr sz="24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dk2"/>
              </a:buClr>
              <a:buSzPts val="2800"/>
              <a:buFont typeface="Arial"/>
              <a:buChar char="–"/>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30"/>
          <p:cNvSpPr txBox="1">
            <a:spLocks noGrp="1"/>
          </p:cNvSpPr>
          <p:nvPr>
            <p:ph type="body" idx="3"/>
          </p:nvPr>
        </p:nvSpPr>
        <p:spPr>
          <a:xfrm>
            <a:off x="13419667" y="3810000"/>
            <a:ext cx="3801531" cy="647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2"/>
              </a:buClr>
              <a:buSzPts val="2400"/>
              <a:buFont typeface="Arial"/>
              <a:buNone/>
              <a:defRPr sz="24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dk2"/>
              </a:buClr>
              <a:buSzPts val="2800"/>
              <a:buFont typeface="Arial"/>
              <a:buChar char="–"/>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4" name="Google Shape;84;p30"/>
          <p:cNvSpPr txBox="1">
            <a:spLocks noGrp="1"/>
          </p:cNvSpPr>
          <p:nvPr>
            <p:ph type="body" idx="4"/>
          </p:nvPr>
        </p:nvSpPr>
        <p:spPr>
          <a:xfrm>
            <a:off x="9279467" y="3810000"/>
            <a:ext cx="3801531" cy="6477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Clr>
                <a:schemeClr val="dk2"/>
              </a:buClr>
              <a:buSzPts val="2400"/>
              <a:buFont typeface="Arial"/>
              <a:buNone/>
              <a:defRPr sz="2400" b="1" i="0" u="none" strike="noStrike" cap="none">
                <a:solidFill>
                  <a:schemeClr val="dk2"/>
                </a:solidFill>
                <a:latin typeface="Plus Jakarta Sans"/>
                <a:ea typeface="Plus Jakarta Sans"/>
                <a:cs typeface="Plus Jakarta Sans"/>
                <a:sym typeface="Plus Jakarta Sans"/>
              </a:defRPr>
            </a:lvl1pPr>
            <a:lvl2pPr marL="914400" marR="0" lvl="1" indent="-406400" algn="l" rtl="0">
              <a:spcBef>
                <a:spcPts val="560"/>
              </a:spcBef>
              <a:spcAft>
                <a:spcPts val="0"/>
              </a:spcAft>
              <a:buClr>
                <a:schemeClr val="dk2"/>
              </a:buClr>
              <a:buSzPts val="2800"/>
              <a:buFont typeface="Arial"/>
              <a:buChar char="–"/>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5" name="Google Shape;85;p30"/>
          <p:cNvSpPr txBox="1">
            <a:spLocks noGrp="1"/>
          </p:cNvSpPr>
          <p:nvPr>
            <p:ph type="body" idx="5"/>
          </p:nvPr>
        </p:nvSpPr>
        <p:spPr>
          <a:xfrm>
            <a:off x="5139266" y="4762501"/>
            <a:ext cx="3801531" cy="4343399"/>
          </a:xfrm>
          <a:prstGeom prst="rect">
            <a:avLst/>
          </a:prstGeom>
          <a:solidFill>
            <a:schemeClr val="lt2"/>
          </a:solidFill>
          <a:ln>
            <a:noFill/>
          </a:ln>
        </p:spPr>
        <p:txBody>
          <a:bodyPr spcFirstLastPara="1" wrap="square" lIns="180000" tIns="72000" rIns="180000" bIns="180000" anchor="t" anchorCtr="0">
            <a:noAutofit/>
          </a:bodyPr>
          <a:lstStyle>
            <a:lvl1pPr marL="457200" marR="0" lvl="0" indent="-228600" algn="l" rtl="0">
              <a:lnSpc>
                <a:spcPct val="160000"/>
              </a:lnSpc>
              <a:spcBef>
                <a:spcPts val="400"/>
              </a:spcBef>
              <a:spcAft>
                <a:spcPts val="0"/>
              </a:spcAft>
              <a:buClr>
                <a:srgbClr val="262626"/>
              </a:buClr>
              <a:buSzPts val="2000"/>
              <a:buFont typeface="Arial"/>
              <a:buNone/>
              <a:defRPr sz="2000" b="0" i="0" u="none" strike="noStrike" cap="none">
                <a:solidFill>
                  <a:srgbClr val="262626"/>
                </a:solidFill>
                <a:latin typeface="Plus Jakarta Sans"/>
                <a:ea typeface="Plus Jakarta Sans"/>
                <a:cs typeface="Plus Jakarta Sans"/>
                <a:sym typeface="Plus Jakarta Sans"/>
              </a:defRPr>
            </a:lvl1pPr>
            <a:lvl2pPr marL="914400" marR="0" lvl="1" indent="-228600" algn="l" rtl="0">
              <a:spcBef>
                <a:spcPts val="560"/>
              </a:spcBef>
              <a:spcAft>
                <a:spcPts val="0"/>
              </a:spcAft>
              <a:buClr>
                <a:schemeClr val="dk2"/>
              </a:buClr>
              <a:buSzPts val="2800"/>
              <a:buFont typeface="Arial"/>
              <a:buNone/>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Google Shape;86;p30"/>
          <p:cNvSpPr txBox="1">
            <a:spLocks noGrp="1"/>
          </p:cNvSpPr>
          <p:nvPr>
            <p:ph type="body" idx="6"/>
          </p:nvPr>
        </p:nvSpPr>
        <p:spPr>
          <a:xfrm>
            <a:off x="9287933" y="4762501"/>
            <a:ext cx="3801531" cy="4343399"/>
          </a:xfrm>
          <a:prstGeom prst="rect">
            <a:avLst/>
          </a:prstGeom>
          <a:noFill/>
          <a:ln w="25400" cap="flat" cmpd="sng">
            <a:solidFill>
              <a:schemeClr val="accent2"/>
            </a:solidFill>
            <a:prstDash val="solid"/>
            <a:round/>
            <a:headEnd type="none" w="sm" len="sm"/>
            <a:tailEnd type="none" w="sm" len="sm"/>
          </a:ln>
        </p:spPr>
        <p:txBody>
          <a:bodyPr spcFirstLastPara="1" wrap="square" lIns="180000" tIns="72000" rIns="180000" bIns="180000" anchor="t" anchorCtr="0">
            <a:noAutofit/>
          </a:bodyPr>
          <a:lstStyle>
            <a:lvl1pPr marL="457200" marR="0" lvl="0" indent="-228600" algn="l" rtl="0">
              <a:lnSpc>
                <a:spcPct val="160000"/>
              </a:lnSpc>
              <a:spcBef>
                <a:spcPts val="400"/>
              </a:spcBef>
              <a:spcAft>
                <a:spcPts val="0"/>
              </a:spcAft>
              <a:buClr>
                <a:schemeClr val="dk2"/>
              </a:buClr>
              <a:buSzPts val="2000"/>
              <a:buFont typeface="Arial"/>
              <a:buNone/>
              <a:defRPr sz="2000" b="0" i="0" u="none" strike="noStrike" cap="none">
                <a:solidFill>
                  <a:schemeClr val="dk2"/>
                </a:solidFill>
                <a:latin typeface="Plus Jakarta Sans"/>
                <a:ea typeface="Plus Jakarta Sans"/>
                <a:cs typeface="Plus Jakarta Sans"/>
                <a:sym typeface="Plus Jakarta Sans"/>
              </a:defRPr>
            </a:lvl1pPr>
            <a:lvl2pPr marL="914400" marR="0" lvl="1" indent="-228600" algn="l" rtl="0">
              <a:spcBef>
                <a:spcPts val="560"/>
              </a:spcBef>
              <a:spcAft>
                <a:spcPts val="0"/>
              </a:spcAft>
              <a:buClr>
                <a:schemeClr val="dk2"/>
              </a:buClr>
              <a:buSzPts val="2800"/>
              <a:buFont typeface="Arial"/>
              <a:buNone/>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30"/>
          <p:cNvSpPr txBox="1">
            <a:spLocks noGrp="1"/>
          </p:cNvSpPr>
          <p:nvPr>
            <p:ph type="body" idx="7"/>
          </p:nvPr>
        </p:nvSpPr>
        <p:spPr>
          <a:xfrm>
            <a:off x="13436599" y="4787499"/>
            <a:ext cx="3801531" cy="4343399"/>
          </a:xfrm>
          <a:prstGeom prst="rect">
            <a:avLst/>
          </a:prstGeom>
          <a:solidFill>
            <a:srgbClr val="FEDCA1"/>
          </a:solidFill>
          <a:ln>
            <a:noFill/>
          </a:ln>
        </p:spPr>
        <p:txBody>
          <a:bodyPr spcFirstLastPara="1" wrap="square" lIns="180000" tIns="72000" rIns="180000" bIns="180000" anchor="t" anchorCtr="0">
            <a:noAutofit/>
          </a:bodyPr>
          <a:lstStyle>
            <a:lvl1pPr marL="457200" marR="0" lvl="0" indent="-228600" algn="l" rtl="0">
              <a:lnSpc>
                <a:spcPct val="160000"/>
              </a:lnSpc>
              <a:spcBef>
                <a:spcPts val="400"/>
              </a:spcBef>
              <a:spcAft>
                <a:spcPts val="0"/>
              </a:spcAft>
              <a:buClr>
                <a:schemeClr val="dk2"/>
              </a:buClr>
              <a:buSzPts val="2000"/>
              <a:buFont typeface="Arial"/>
              <a:buNone/>
              <a:defRPr sz="2000" b="0" i="0" u="none" strike="noStrike" cap="none">
                <a:solidFill>
                  <a:schemeClr val="dk2"/>
                </a:solidFill>
                <a:latin typeface="Plus Jakarta Sans"/>
                <a:ea typeface="Plus Jakarta Sans"/>
                <a:cs typeface="Plus Jakarta Sans"/>
                <a:sym typeface="Plus Jakarta Sans"/>
              </a:defRPr>
            </a:lvl1pPr>
            <a:lvl2pPr marL="914400" marR="0" lvl="1" indent="-228600" algn="l" rtl="0">
              <a:spcBef>
                <a:spcPts val="560"/>
              </a:spcBef>
              <a:spcAft>
                <a:spcPts val="0"/>
              </a:spcAft>
              <a:buClr>
                <a:schemeClr val="dk2"/>
              </a:buClr>
              <a:buSzPts val="2800"/>
              <a:buFont typeface="Arial"/>
              <a:buNone/>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8" name="Google Shape;88;p30"/>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latin typeface="Google Sans Flex Medium"/>
              <a:ea typeface="Google Sans Flex Medium"/>
              <a:cs typeface="Google Sans Flex Medium"/>
              <a:sym typeface="Google Sans Flex Medium"/>
            </a:endParaRPr>
          </a:p>
        </p:txBody>
      </p:sp>
      <p:sp>
        <p:nvSpPr>
          <p:cNvPr id="89" name="Google Shape;89;p30"/>
          <p:cNvSpPr txBox="1">
            <a:spLocks noGrp="1"/>
          </p:cNvSpPr>
          <p:nvPr>
            <p:ph type="body" idx="8"/>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0" name="Google Shape;90;p30"/>
          <p:cNvSpPr txBox="1">
            <a:spLocks noGrp="1"/>
          </p:cNvSpPr>
          <p:nvPr>
            <p:ph type="body" idx="9"/>
          </p:nvPr>
        </p:nvSpPr>
        <p:spPr>
          <a:xfrm>
            <a:off x="973014" y="4741798"/>
            <a:ext cx="3801531" cy="4343399"/>
          </a:xfrm>
          <a:prstGeom prst="rect">
            <a:avLst/>
          </a:prstGeom>
          <a:noFill/>
          <a:ln w="25400" cap="flat" cmpd="sng">
            <a:solidFill>
              <a:schemeClr val="accent5"/>
            </a:solidFill>
            <a:prstDash val="solid"/>
            <a:round/>
            <a:headEnd type="none" w="sm" len="sm"/>
            <a:tailEnd type="none" w="sm" len="sm"/>
          </a:ln>
        </p:spPr>
        <p:txBody>
          <a:bodyPr spcFirstLastPara="1" wrap="square" lIns="180000" tIns="72000" rIns="180000" bIns="180000" anchor="t" anchorCtr="0">
            <a:noAutofit/>
          </a:bodyPr>
          <a:lstStyle>
            <a:lvl1pPr marL="457200" marR="0" lvl="0" indent="-228600" algn="l" rtl="0">
              <a:lnSpc>
                <a:spcPct val="160000"/>
              </a:lnSpc>
              <a:spcBef>
                <a:spcPts val="400"/>
              </a:spcBef>
              <a:spcAft>
                <a:spcPts val="0"/>
              </a:spcAft>
              <a:buClr>
                <a:schemeClr val="accent5"/>
              </a:buClr>
              <a:buSzPts val="2000"/>
              <a:buFont typeface="Arial"/>
              <a:buNone/>
              <a:defRPr sz="2000" b="0" i="0" u="none" strike="noStrike" cap="none">
                <a:solidFill>
                  <a:schemeClr val="accent5"/>
                </a:solidFill>
                <a:latin typeface="Plus Jakarta Sans"/>
                <a:ea typeface="Plus Jakarta Sans"/>
                <a:cs typeface="Plus Jakarta Sans"/>
                <a:sym typeface="Plus Jakarta Sans"/>
              </a:defRPr>
            </a:lvl1pPr>
            <a:lvl2pPr marL="914400" marR="0" lvl="1" indent="-228600" algn="l" rtl="0">
              <a:spcBef>
                <a:spcPts val="560"/>
              </a:spcBef>
              <a:spcAft>
                <a:spcPts val="0"/>
              </a:spcAft>
              <a:buClr>
                <a:schemeClr val="dk2"/>
              </a:buClr>
              <a:buSzPts val="2800"/>
              <a:buFont typeface="Arial"/>
              <a:buNone/>
              <a:defRPr sz="2800" b="0" i="0" u="none" strike="noStrike" cap="none">
                <a:solidFill>
                  <a:schemeClr val="dk2"/>
                </a:solidFill>
                <a:latin typeface="Google Sans Flex Medium"/>
                <a:ea typeface="Google Sans Flex Medium"/>
                <a:cs typeface="Google Sans Flex Medium"/>
                <a:sym typeface="Google Sans Flex Medium"/>
              </a:defRPr>
            </a:lvl2pPr>
            <a:lvl3pPr marL="1371600" marR="0" lvl="2" indent="-381000" algn="l" rtl="0">
              <a:spcBef>
                <a:spcPts val="480"/>
              </a:spcBef>
              <a:spcAft>
                <a:spcPts val="0"/>
              </a:spcAft>
              <a:buClr>
                <a:schemeClr val="dk2"/>
              </a:buClr>
              <a:buSzPts val="2400"/>
              <a:buFont typeface="Arial"/>
              <a:buChar char="•"/>
              <a:defRPr sz="2400" b="0" i="0" u="none" strike="noStrike" cap="none">
                <a:solidFill>
                  <a:schemeClr val="dk2"/>
                </a:solidFill>
                <a:latin typeface="Google Sans Flex Medium"/>
                <a:ea typeface="Google Sans Flex Medium"/>
                <a:cs typeface="Google Sans Flex Medium"/>
                <a:sym typeface="Google Sans Flex Medium"/>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1" name="Google Shape;91;p30"/>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F4C3F40F-1EBE-5B2E-3C7F-832B56FA573A}"/>
              </a:ext>
            </a:extLst>
          </p:cNvPr>
          <p:cNvSpPr>
            <a:spLocks noGrp="1"/>
          </p:cNvSpPr>
          <p:nvPr>
            <p:ph type="clipArt" idx="13"/>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userDrawn="1">
  <p:cSld name="Comparison">
    <p:spTree>
      <p:nvGrpSpPr>
        <p:cNvPr id="1" name="Shape 93"/>
        <p:cNvGrpSpPr/>
        <p:nvPr/>
      </p:nvGrpSpPr>
      <p:grpSpPr>
        <a:xfrm>
          <a:off x="0" y="0"/>
          <a:ext cx="0" cy="0"/>
          <a:chOff x="0" y="0"/>
          <a:chExt cx="0" cy="0"/>
        </a:xfrm>
      </p:grpSpPr>
      <p:sp>
        <p:nvSpPr>
          <p:cNvPr id="94" name="Google Shape;94;p31"/>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latin typeface="Google Sans Flex Medium"/>
              <a:ea typeface="Google Sans Flex Medium"/>
              <a:cs typeface="Google Sans Flex Medium"/>
              <a:sym typeface="Google Sans Flex Medium"/>
            </a:endParaRPr>
          </a:p>
        </p:txBody>
      </p:sp>
      <p:sp>
        <p:nvSpPr>
          <p:cNvPr id="95" name="Google Shape;95;p31"/>
          <p:cNvSpPr txBox="1">
            <a:spLocks noGrp="1"/>
          </p:cNvSpPr>
          <p:nvPr>
            <p:ph type="body" idx="1"/>
          </p:nvPr>
        </p:nvSpPr>
        <p:spPr>
          <a:xfrm>
            <a:off x="869055" y="9845153"/>
            <a:ext cx="8001000" cy="32754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dk2"/>
              </a:buClr>
              <a:buSzPts val="1600"/>
              <a:buFont typeface="Arial"/>
              <a:buNone/>
              <a:defRPr sz="1600" b="0" i="0" u="none" strike="noStrike" cap="none">
                <a:solidFill>
                  <a:schemeClr val="dk2"/>
                </a:solidFill>
                <a:latin typeface="Google Sans Flex Medium"/>
                <a:ea typeface="Google Sans Flex Medium"/>
                <a:cs typeface="Google Sans Flex Medium"/>
                <a:sym typeface="Google Sans Flex Medium"/>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6" name="Google Shape;96;p31"/>
          <p:cNvSpPr txBox="1">
            <a:spLocks noGrp="1"/>
          </p:cNvSpPr>
          <p:nvPr>
            <p:ph type="title"/>
          </p:nvPr>
        </p:nvSpPr>
        <p:spPr>
          <a:xfrm>
            <a:off x="999068" y="2320585"/>
            <a:ext cx="16222132" cy="1192216"/>
          </a:xfrm>
          <a:prstGeom prst="rect">
            <a:avLst/>
          </a:prstGeom>
          <a:noFill/>
          <a:ln>
            <a:noFill/>
          </a:ln>
        </p:spPr>
        <p:txBody>
          <a:bodyPr spcFirstLastPara="1" wrap="square" lIns="0" tIns="0" rIns="0" bIns="0" anchor="t" anchorCtr="0">
            <a:normAutofit/>
          </a:bodyPr>
          <a:lstStyle>
            <a:lvl1pPr marR="0" lvl="0" algn="l" rtl="0">
              <a:spcBef>
                <a:spcPts val="0"/>
              </a:spcBef>
              <a:spcAft>
                <a:spcPts val="0"/>
              </a:spcAft>
              <a:buClr>
                <a:schemeClr val="dk2"/>
              </a:buClr>
              <a:buSzPts val="3400"/>
              <a:buFont typeface="Plus Jakarta Sans SemiBold"/>
              <a:buNone/>
              <a:defRPr sz="3400" b="1" i="0" u="none" strike="noStrike" cap="none">
                <a:solidFill>
                  <a:schemeClr val="dk2"/>
                </a:solidFill>
                <a:latin typeface="Plus Jakarta Sans SemiBold"/>
                <a:ea typeface="Plus Jakarta Sans SemiBold"/>
                <a:cs typeface="Plus Jakarta Sans SemiBold"/>
                <a:sym typeface="Plus Jakarta Sans SemiBo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 name="Google Shape;40;p24">
            <a:extLst>
              <a:ext uri="{FF2B5EF4-FFF2-40B4-BE49-F238E27FC236}">
                <a16:creationId xmlns:a16="http://schemas.microsoft.com/office/drawing/2014/main" id="{726F221F-F7B9-654D-1AD6-DF1D18733FA3}"/>
              </a:ext>
            </a:extLst>
          </p:cNvPr>
          <p:cNvSpPr>
            <a:spLocks noGrp="1"/>
          </p:cNvSpPr>
          <p:nvPr>
            <p:ph type="clipArt" idx="2"/>
          </p:nvPr>
        </p:nvSpPr>
        <p:spPr>
          <a:xfrm>
            <a:off x="15862852" y="723900"/>
            <a:ext cx="1739348" cy="914400"/>
          </a:xfrm>
          <a:prstGeom prst="rect">
            <a:avLst/>
          </a:prstGeom>
          <a:noFill/>
          <a:ln>
            <a:noFill/>
          </a:ln>
        </p:spPr>
        <p:txBody>
          <a:bodyPr/>
          <a:lstStyle/>
          <a:p>
            <a:endParaRPr lang="en-G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1.png"/><Relationship Id="rId5" Type="http://schemas.openxmlformats.org/officeDocument/2006/relationships/slideLayout" Target="../slideLayouts/slideLayout7.xml"/><Relationship Id="rId10" Type="http://schemas.openxmlformats.org/officeDocument/2006/relationships/image" Target="../media/image4.png"/><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alpha val="34901"/>
          </a:schemeClr>
        </a:solidFill>
        <a:effectLst/>
      </p:bgPr>
    </p:bg>
    <p:spTree>
      <p:nvGrpSpPr>
        <p:cNvPr id="1" name="Shape 9"/>
        <p:cNvGrpSpPr/>
        <p:nvPr/>
      </p:nvGrpSpPr>
      <p:grpSpPr>
        <a:xfrm>
          <a:off x="0" y="0"/>
          <a:ext cx="0" cy="0"/>
          <a:chOff x="0" y="0"/>
          <a:chExt cx="0" cy="0"/>
        </a:xfrm>
      </p:grpSpPr>
      <p:sp>
        <p:nvSpPr>
          <p:cNvPr id="9" name="Rectangle 8">
            <a:extLst>
              <a:ext uri="{FF2B5EF4-FFF2-40B4-BE49-F238E27FC236}">
                <a16:creationId xmlns:a16="http://schemas.microsoft.com/office/drawing/2014/main" id="{6B75E3C4-B5DB-CC3B-1482-58B15C1BDBE8}"/>
              </a:ext>
            </a:extLst>
          </p:cNvPr>
          <p:cNvSpPr/>
          <p:nvPr userDrawn="1"/>
        </p:nvSpPr>
        <p:spPr>
          <a:xfrm rot="16200000">
            <a:off x="7858628" y="-142376"/>
            <a:ext cx="10287000" cy="10571749"/>
          </a:xfrm>
          <a:prstGeom prst="rect">
            <a:avLst/>
          </a:prstGeom>
          <a:gradFill>
            <a:gsLst>
              <a:gs pos="0">
                <a:srgbClr val="01696C">
                  <a:alpha val="0"/>
                </a:srgbClr>
              </a:gs>
              <a:gs pos="100000">
                <a:srgbClr val="01696C">
                  <a:alpha val="89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dirty="0"/>
          </a:p>
        </p:txBody>
      </p:sp>
      <p:sp>
        <p:nvSpPr>
          <p:cNvPr id="11" name="Google Shape;11;p21"/>
          <p:cNvSpPr/>
          <p:nvPr/>
        </p:nvSpPr>
        <p:spPr>
          <a:xfrm>
            <a:off x="1028700" y="1575130"/>
            <a:ext cx="5732393" cy="1071234"/>
          </a:xfrm>
          <a:custGeom>
            <a:avLst/>
            <a:gdLst/>
            <a:ahLst/>
            <a:cxnLst/>
            <a:rect l="l" t="t" r="r" b="b"/>
            <a:pathLst>
              <a:path w="5732393" h="1071234" extrusionOk="0">
                <a:moveTo>
                  <a:pt x="0" y="0"/>
                </a:moveTo>
                <a:lnTo>
                  <a:pt x="5732393" y="0"/>
                </a:lnTo>
                <a:lnTo>
                  <a:pt x="5732393" y="1071234"/>
                </a:lnTo>
                <a:lnTo>
                  <a:pt x="0" y="1071234"/>
                </a:lnTo>
                <a:lnTo>
                  <a:pt x="0" y="0"/>
                </a:lnTo>
                <a:close/>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21"/>
          <p:cNvSpPr txBox="1"/>
          <p:nvPr/>
        </p:nvSpPr>
        <p:spPr>
          <a:xfrm>
            <a:off x="4671137" y="8560230"/>
            <a:ext cx="5603393" cy="7386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dirty="0">
                <a:solidFill>
                  <a:srgbClr val="01696C"/>
                </a:solidFill>
                <a:latin typeface="Google Sans"/>
                <a:ea typeface="Google Sans"/>
                <a:cs typeface="Google Sans"/>
                <a:sym typeface="Google Sans"/>
              </a:rPr>
              <a:t>Funded by the European Union under Grant Agreement number 101271620. Views and opinions expressed are however those of the author(s) only and do not necessarily reflect those of the European Union or the granting authority. Neither the European Union nor the granting authority can be held responsible for them.</a:t>
            </a:r>
            <a:endParaRPr dirty="0">
              <a:solidFill>
                <a:srgbClr val="01696C"/>
              </a:solidFill>
            </a:endParaRPr>
          </a:p>
        </p:txBody>
      </p:sp>
      <p:pic>
        <p:nvPicPr>
          <p:cNvPr id="3" name="Google Shape;221;p4">
            <a:extLst>
              <a:ext uri="{FF2B5EF4-FFF2-40B4-BE49-F238E27FC236}">
                <a16:creationId xmlns:a16="http://schemas.microsoft.com/office/drawing/2014/main" id="{A3BDDC28-465F-57F2-51BA-04298C7785DF}"/>
              </a:ext>
            </a:extLst>
          </p:cNvPr>
          <p:cNvPicPr preferRelativeResize="0"/>
          <p:nvPr userDrawn="1"/>
        </p:nvPicPr>
        <p:blipFill rotWithShape="1">
          <a:blip r:embed="rId4">
            <a:alphaModFix/>
          </a:blip>
          <a:srcRect/>
          <a:stretch/>
        </p:blipFill>
        <p:spPr>
          <a:xfrm>
            <a:off x="1523999" y="1329460"/>
            <a:ext cx="5237093" cy="1138194"/>
          </a:xfrm>
          <a:prstGeom prst="rect">
            <a:avLst/>
          </a:prstGeom>
          <a:noFill/>
          <a:ln>
            <a:noFill/>
          </a:ln>
        </p:spPr>
      </p:pic>
      <p:pic>
        <p:nvPicPr>
          <p:cNvPr id="6" name="Picture 5">
            <a:extLst>
              <a:ext uri="{FF2B5EF4-FFF2-40B4-BE49-F238E27FC236}">
                <a16:creationId xmlns:a16="http://schemas.microsoft.com/office/drawing/2014/main" id="{F6D26643-73B9-AD3A-66CE-D169E2BDBC42}"/>
              </a:ext>
            </a:extLst>
          </p:cNvPr>
          <p:cNvPicPr>
            <a:picLocks noChangeAspect="1"/>
          </p:cNvPicPr>
          <p:nvPr userDrawn="1"/>
        </p:nvPicPr>
        <p:blipFill>
          <a:blip r:embed="rId5"/>
          <a:stretch>
            <a:fillRect/>
          </a:stretch>
        </p:blipFill>
        <p:spPr>
          <a:xfrm>
            <a:off x="1524000" y="8593620"/>
            <a:ext cx="2968267" cy="620452"/>
          </a:xfrm>
          <a:prstGeom prst="rect">
            <a:avLst/>
          </a:prstGeom>
        </p:spPr>
      </p:pic>
      <p:pic>
        <p:nvPicPr>
          <p:cNvPr id="8" name="Picture 7">
            <a:extLst>
              <a:ext uri="{FF2B5EF4-FFF2-40B4-BE49-F238E27FC236}">
                <a16:creationId xmlns:a16="http://schemas.microsoft.com/office/drawing/2014/main" id="{FEB098F2-D30C-6317-EB6A-D161752DF12F}"/>
              </a:ext>
            </a:extLst>
          </p:cNvPr>
          <p:cNvPicPr>
            <a:picLocks noChangeAspect="1"/>
          </p:cNvPicPr>
          <p:nvPr userDrawn="1"/>
        </p:nvPicPr>
        <p:blipFill>
          <a:blip r:embed="rId6"/>
          <a:srcRect b="4655"/>
          <a:stretch>
            <a:fillRect/>
          </a:stretch>
        </p:blipFill>
        <p:spPr>
          <a:xfrm>
            <a:off x="6220140" y="1176485"/>
            <a:ext cx="14346882" cy="9110515"/>
          </a:xfrm>
          <a:prstGeom prst="rect">
            <a:avLst/>
          </a:prstGeom>
        </p:spPr>
      </p:pic>
    </p:spTree>
    <p:extLst>
      <p:ext uri="{BB962C8B-B14F-4D97-AF65-F5344CB8AC3E}">
        <p14:creationId xmlns:p14="http://schemas.microsoft.com/office/powerpoint/2010/main" val="3005769375"/>
      </p:ext>
    </p:extLst>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alpha val="30588"/>
          </a:schemeClr>
        </a:solidFill>
        <a:effectLst/>
      </p:bgPr>
    </p:bg>
    <p:spTree>
      <p:nvGrpSpPr>
        <p:cNvPr id="1" name="Shape 30"/>
        <p:cNvGrpSpPr/>
        <p:nvPr/>
      </p:nvGrpSpPr>
      <p:grpSpPr>
        <a:xfrm>
          <a:off x="0" y="0"/>
          <a:ext cx="0" cy="0"/>
          <a:chOff x="0" y="0"/>
          <a:chExt cx="0" cy="0"/>
        </a:xfrm>
      </p:grpSpPr>
      <p:sp>
        <p:nvSpPr>
          <p:cNvPr id="31" name="Google Shape;31;p23"/>
          <p:cNvSpPr/>
          <p:nvPr/>
        </p:nvSpPr>
        <p:spPr>
          <a:xfrm>
            <a:off x="642497" y="1789373"/>
            <a:ext cx="17003006" cy="7924799"/>
          </a:xfrm>
          <a:prstGeom prst="roundRect">
            <a:avLst>
              <a:gd name="adj" fmla="val 2901"/>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 name="Google Shape;32;p23"/>
          <p:cNvSpPr/>
          <p:nvPr/>
        </p:nvSpPr>
        <p:spPr>
          <a:xfrm>
            <a:off x="13106400" y="937517"/>
            <a:ext cx="2114930" cy="446722"/>
          </a:xfrm>
          <a:custGeom>
            <a:avLst/>
            <a:gdLst/>
            <a:ahLst/>
            <a:cxnLst/>
            <a:rect l="l" t="t" r="r" b="b"/>
            <a:pathLst>
              <a:path w="2819906" h="595630" extrusionOk="0">
                <a:moveTo>
                  <a:pt x="0" y="0"/>
                </a:moveTo>
                <a:lnTo>
                  <a:pt x="2819906" y="0"/>
                </a:lnTo>
                <a:lnTo>
                  <a:pt x="2819906" y="595630"/>
                </a:lnTo>
                <a:lnTo>
                  <a:pt x="0" y="595630"/>
                </a:lnTo>
                <a:lnTo>
                  <a:pt x="0" y="0"/>
                </a:lnTo>
                <a:close/>
              </a:path>
            </a:pathLst>
          </a:custGeom>
          <a:blipFill rotWithShape="1">
            <a:blip r:embed="rId10">
              <a:alphaModFix/>
            </a:blip>
            <a:stretch>
              <a:fillRect l="-152" t="-4" r="-1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23"/>
          <p:cNvSpPr txBox="1"/>
          <p:nvPr/>
        </p:nvSpPr>
        <p:spPr>
          <a:xfrm>
            <a:off x="8704313" y="909409"/>
            <a:ext cx="3974630" cy="383246"/>
          </a:xfrm>
          <a:prstGeom prst="rect">
            <a:avLst/>
          </a:prstGeom>
          <a:noFill/>
          <a:ln>
            <a:noFill/>
          </a:ln>
        </p:spPr>
        <p:txBody>
          <a:bodyPr spcFirstLastPara="1" wrap="square" lIns="0" tIns="0" rIns="0" bIns="0" anchor="t" anchorCtr="0">
            <a:spAutoFit/>
          </a:bodyPr>
          <a:lstStyle/>
          <a:p>
            <a:pPr marL="0" marR="0" lvl="0" indent="0" algn="r" rtl="0">
              <a:lnSpc>
                <a:spcPct val="210068"/>
              </a:lnSpc>
              <a:spcBef>
                <a:spcPts val="0"/>
              </a:spcBef>
              <a:spcAft>
                <a:spcPts val="0"/>
              </a:spcAft>
              <a:buNone/>
            </a:pPr>
            <a:r>
              <a:rPr lang="en-US" sz="1599" b="0" i="0">
                <a:solidFill>
                  <a:schemeClr val="dk2"/>
                </a:solidFill>
                <a:latin typeface="Plus Jakarta Sans Medium"/>
                <a:ea typeface="Plus Jakarta Sans Medium"/>
                <a:cs typeface="Plus Jakarta Sans Medium"/>
                <a:sym typeface="Plus Jakarta Sans Medium"/>
              </a:rPr>
              <a:t>www.brisa-project.eu</a:t>
            </a:r>
            <a:endParaRPr sz="1599" b="0" i="0">
              <a:solidFill>
                <a:schemeClr val="dk2"/>
              </a:solidFill>
              <a:latin typeface="Plus Jakarta Sans Medium"/>
              <a:ea typeface="Plus Jakarta Sans Medium"/>
              <a:cs typeface="Plus Jakarta Sans Medium"/>
              <a:sym typeface="Plus Jakarta Sans Medium"/>
            </a:endParaRPr>
          </a:p>
        </p:txBody>
      </p:sp>
      <p:cxnSp>
        <p:nvCxnSpPr>
          <p:cNvPr id="34" name="Google Shape;34;p23"/>
          <p:cNvCxnSpPr/>
          <p:nvPr/>
        </p:nvCxnSpPr>
        <p:spPr>
          <a:xfrm rot="5362560">
            <a:off x="15125139" y="1196340"/>
            <a:ext cx="874348" cy="9523"/>
          </a:xfrm>
          <a:prstGeom prst="straightConnector1">
            <a:avLst/>
          </a:prstGeom>
          <a:noFill/>
          <a:ln w="9525" cap="rnd" cmpd="sng">
            <a:solidFill>
              <a:srgbClr val="0A1217"/>
            </a:solidFill>
            <a:prstDash val="solid"/>
            <a:round/>
            <a:headEnd type="none" w="sm" len="sm"/>
            <a:tailEnd type="none" w="sm" len="sm"/>
          </a:ln>
        </p:spPr>
      </p:cxnSp>
      <p:sp>
        <p:nvSpPr>
          <p:cNvPr id="35" name="Google Shape;35;p23"/>
          <p:cNvSpPr txBox="1">
            <a:spLocks noGrp="1"/>
          </p:cNvSpPr>
          <p:nvPr>
            <p:ph type="sldNum" idx="12"/>
          </p:nvPr>
        </p:nvSpPr>
        <p:spPr>
          <a:xfrm>
            <a:off x="13304145" y="9808691"/>
            <a:ext cx="4114800" cy="32754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a:solidFill>
                  <a:srgbClr val="757575"/>
                </a:solidFill>
                <a:latin typeface="Google Sans Flex Medium"/>
                <a:ea typeface="Google Sans Flex Medium"/>
                <a:cs typeface="Google Sans Flex Medium"/>
                <a:sym typeface="Google Sans Flex Medium"/>
              </a:defRPr>
            </a:lvl1pPr>
            <a:lvl2pPr marL="0" marR="0" lvl="1" indent="0" algn="r" rtl="0">
              <a:spcBef>
                <a:spcPts val="0"/>
              </a:spcBef>
              <a:buNone/>
              <a:defRPr sz="1200" b="0" i="0">
                <a:solidFill>
                  <a:srgbClr val="757575"/>
                </a:solidFill>
                <a:latin typeface="Google Sans Flex Medium"/>
                <a:ea typeface="Google Sans Flex Medium"/>
                <a:cs typeface="Google Sans Flex Medium"/>
                <a:sym typeface="Google Sans Flex Medium"/>
              </a:defRPr>
            </a:lvl2pPr>
            <a:lvl3pPr marL="0" marR="0" lvl="2" indent="0" algn="r" rtl="0">
              <a:spcBef>
                <a:spcPts val="0"/>
              </a:spcBef>
              <a:buNone/>
              <a:defRPr sz="1200" b="0" i="0">
                <a:solidFill>
                  <a:srgbClr val="757575"/>
                </a:solidFill>
                <a:latin typeface="Google Sans Flex Medium"/>
                <a:ea typeface="Google Sans Flex Medium"/>
                <a:cs typeface="Google Sans Flex Medium"/>
                <a:sym typeface="Google Sans Flex Medium"/>
              </a:defRPr>
            </a:lvl3pPr>
            <a:lvl4pPr marL="0" marR="0" lvl="3" indent="0" algn="r" rtl="0">
              <a:spcBef>
                <a:spcPts val="0"/>
              </a:spcBef>
              <a:buNone/>
              <a:defRPr sz="1200" b="0" i="0">
                <a:solidFill>
                  <a:srgbClr val="757575"/>
                </a:solidFill>
                <a:latin typeface="Google Sans Flex Medium"/>
                <a:ea typeface="Google Sans Flex Medium"/>
                <a:cs typeface="Google Sans Flex Medium"/>
                <a:sym typeface="Google Sans Flex Medium"/>
              </a:defRPr>
            </a:lvl4pPr>
            <a:lvl5pPr marL="0" marR="0" lvl="4" indent="0" algn="r" rtl="0">
              <a:spcBef>
                <a:spcPts val="0"/>
              </a:spcBef>
              <a:buNone/>
              <a:defRPr sz="1200" b="0" i="0">
                <a:solidFill>
                  <a:srgbClr val="757575"/>
                </a:solidFill>
                <a:latin typeface="Google Sans Flex Medium"/>
                <a:ea typeface="Google Sans Flex Medium"/>
                <a:cs typeface="Google Sans Flex Medium"/>
                <a:sym typeface="Google Sans Flex Medium"/>
              </a:defRPr>
            </a:lvl5pPr>
            <a:lvl6pPr marL="0" marR="0" lvl="5" indent="0" algn="r" rtl="0">
              <a:spcBef>
                <a:spcPts val="0"/>
              </a:spcBef>
              <a:buNone/>
              <a:defRPr sz="1200" b="0" i="0">
                <a:solidFill>
                  <a:srgbClr val="757575"/>
                </a:solidFill>
                <a:latin typeface="Google Sans Flex Medium"/>
                <a:ea typeface="Google Sans Flex Medium"/>
                <a:cs typeface="Google Sans Flex Medium"/>
                <a:sym typeface="Google Sans Flex Medium"/>
              </a:defRPr>
            </a:lvl6pPr>
            <a:lvl7pPr marL="0" marR="0" lvl="6" indent="0" algn="r" rtl="0">
              <a:spcBef>
                <a:spcPts val="0"/>
              </a:spcBef>
              <a:buNone/>
              <a:defRPr sz="1200" b="0" i="0">
                <a:solidFill>
                  <a:srgbClr val="757575"/>
                </a:solidFill>
                <a:latin typeface="Google Sans Flex Medium"/>
                <a:ea typeface="Google Sans Flex Medium"/>
                <a:cs typeface="Google Sans Flex Medium"/>
                <a:sym typeface="Google Sans Flex Medium"/>
              </a:defRPr>
            </a:lvl7pPr>
            <a:lvl8pPr marL="0" marR="0" lvl="7" indent="0" algn="r" rtl="0">
              <a:spcBef>
                <a:spcPts val="0"/>
              </a:spcBef>
              <a:buNone/>
              <a:defRPr sz="1200" b="0" i="0">
                <a:solidFill>
                  <a:srgbClr val="757575"/>
                </a:solidFill>
                <a:latin typeface="Google Sans Flex Medium"/>
                <a:ea typeface="Google Sans Flex Medium"/>
                <a:cs typeface="Google Sans Flex Medium"/>
                <a:sym typeface="Google Sans Flex Medium"/>
              </a:defRPr>
            </a:lvl8pPr>
            <a:lvl9pPr marL="0" marR="0" lvl="8" indent="0" algn="r" rtl="0">
              <a:spcBef>
                <a:spcPts val="0"/>
              </a:spcBef>
              <a:buNone/>
              <a:defRPr sz="1200" b="0" i="0">
                <a:solidFill>
                  <a:srgbClr val="757575"/>
                </a:solidFill>
                <a:latin typeface="Google Sans Flex Medium"/>
                <a:ea typeface="Google Sans Flex Medium"/>
                <a:cs typeface="Google Sans Flex Medium"/>
                <a:sym typeface="Google Sans Flex Medium"/>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23"/>
          <p:cNvPicPr preferRelativeResize="0"/>
          <p:nvPr/>
        </p:nvPicPr>
        <p:blipFill rotWithShape="1">
          <a:blip r:embed="rId11">
            <a:alphaModFix/>
          </a:blip>
          <a:srcRect/>
          <a:stretch/>
        </p:blipFill>
        <p:spPr>
          <a:xfrm>
            <a:off x="730627" y="763901"/>
            <a:ext cx="3003594" cy="6527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onts.google.com/specimen/Google+Sans"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zenodo.org/records/21130266?token=eyJhbGciOiJIUzUxMiJ9.eyJpZCI6Ijk5Njk1NWY0LWMyOTktNDI2Ny1hNWIyLTk3NWYxMjExZmI3MCIsImRhdGEiOnt9LCJyYW5kb20iOiJjNzE5NzBmOGRlYmZmYjc0NjljODk5Yjc4MTlhYWYyZSJ9.p_JFNryZzC30OVSea_NauuCzggC8YDc7zKlsPQOddVSeM6YH-W4EfB2DzZVhv4MURU1iylFBN8ClbgJldzWj5A" TargetMode="External"/><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1.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12.xml"/><Relationship Id="rId16"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6.jp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C42AA4-178D-5764-3A1B-D51413B20054}"/>
              </a:ext>
            </a:extLst>
          </p:cNvPr>
          <p:cNvSpPr>
            <a:spLocks noGrp="1"/>
          </p:cNvSpPr>
          <p:nvPr>
            <p:ph type="title"/>
          </p:nvPr>
        </p:nvSpPr>
        <p:spPr/>
        <p:txBody>
          <a:bodyPr>
            <a:normAutofit/>
          </a:bodyPr>
          <a:lstStyle/>
          <a:p>
            <a:r>
              <a:rPr lang="en-US" sz="5400" dirty="0"/>
              <a:t>Presentation Title Goes Here</a:t>
            </a:r>
            <a:endParaRPr lang="en-GR" dirty="0"/>
          </a:p>
        </p:txBody>
      </p:sp>
      <p:sp>
        <p:nvSpPr>
          <p:cNvPr id="7" name="Online Image Placeholder 6">
            <a:extLst>
              <a:ext uri="{FF2B5EF4-FFF2-40B4-BE49-F238E27FC236}">
                <a16:creationId xmlns:a16="http://schemas.microsoft.com/office/drawing/2014/main" id="{7E5B74FA-4C64-8976-516E-3CFB3B520F77}"/>
              </a:ext>
            </a:extLst>
          </p:cNvPr>
          <p:cNvSpPr>
            <a:spLocks noGrp="1"/>
          </p:cNvSpPr>
          <p:nvPr>
            <p:ph type="clipArt" idx="2"/>
          </p:nvPr>
        </p:nvSpPr>
        <p:spPr/>
        <p:txBody>
          <a:bodyPr/>
          <a:lstStyle/>
          <a:p>
            <a:endParaRPr lang="en-GR"/>
          </a:p>
        </p:txBody>
      </p:sp>
      <p:sp>
        <p:nvSpPr>
          <p:cNvPr id="6" name="Text Placeholder 5">
            <a:extLst>
              <a:ext uri="{FF2B5EF4-FFF2-40B4-BE49-F238E27FC236}">
                <a16:creationId xmlns:a16="http://schemas.microsoft.com/office/drawing/2014/main" id="{45804E4B-067A-6A54-632A-752E8B10C451}"/>
              </a:ext>
            </a:extLst>
          </p:cNvPr>
          <p:cNvSpPr>
            <a:spLocks noGrp="1"/>
          </p:cNvSpPr>
          <p:nvPr>
            <p:ph type="body" idx="1"/>
          </p:nvPr>
        </p:nvSpPr>
        <p:spPr/>
        <p:txBody>
          <a:bodyPr/>
          <a:lstStyle/>
          <a:p>
            <a:pPr marL="0" lvl="0" indent="0">
              <a:lnSpc>
                <a:spcPct val="150000"/>
              </a:lnSpc>
              <a:spcBef>
                <a:spcPts val="0"/>
              </a:spcBef>
              <a:buClr>
                <a:srgbClr val="C7CECB"/>
              </a:buClr>
            </a:pPr>
            <a:r>
              <a:rPr lang="en-US" dirty="0">
                <a:solidFill>
                  <a:srgbClr val="01696C"/>
                </a:solidFill>
              </a:rPr>
              <a:t>Partner / Speaker: Name Surname</a:t>
            </a:r>
          </a:p>
          <a:p>
            <a:pPr marL="0" lvl="0" indent="0">
              <a:lnSpc>
                <a:spcPct val="150000"/>
              </a:lnSpc>
              <a:buClr>
                <a:srgbClr val="C7CECB"/>
              </a:buClr>
            </a:pPr>
            <a:r>
              <a:rPr lang="en-US" dirty="0">
                <a:solidFill>
                  <a:srgbClr val="01696C"/>
                </a:solidFill>
              </a:rPr>
              <a:t>Title: Title/Role/Position</a:t>
            </a:r>
          </a:p>
          <a:p>
            <a:pPr marL="0" lvl="0" indent="0">
              <a:lnSpc>
                <a:spcPct val="150000"/>
              </a:lnSpc>
              <a:buClr>
                <a:srgbClr val="C7CECB"/>
              </a:buClr>
            </a:pPr>
            <a:r>
              <a:rPr lang="en-US" dirty="0" err="1">
                <a:solidFill>
                  <a:srgbClr val="01696C"/>
                </a:solidFill>
              </a:rPr>
              <a:t>Organisation</a:t>
            </a:r>
            <a:r>
              <a:rPr lang="en-US" dirty="0">
                <a:solidFill>
                  <a:srgbClr val="01696C"/>
                </a:solidFill>
              </a:rPr>
              <a:t>: Name of Org.</a:t>
            </a:r>
          </a:p>
          <a:p>
            <a:pPr marL="0" lvl="0" indent="0">
              <a:lnSpc>
                <a:spcPct val="150000"/>
              </a:lnSpc>
              <a:buClr>
                <a:srgbClr val="C7CECB"/>
              </a:buClr>
            </a:pPr>
            <a:r>
              <a:rPr lang="en-US" dirty="0">
                <a:solidFill>
                  <a:srgbClr val="01696C"/>
                </a:solidFill>
              </a:rPr>
              <a:t>Date: Date of the presentation</a:t>
            </a:r>
          </a:p>
        </p:txBody>
      </p:sp>
      <p:sp>
        <p:nvSpPr>
          <p:cNvPr id="8" name="TextBox 7">
            <a:extLst>
              <a:ext uri="{FF2B5EF4-FFF2-40B4-BE49-F238E27FC236}">
                <a16:creationId xmlns:a16="http://schemas.microsoft.com/office/drawing/2014/main" id="{9A6BB53F-4DBE-51E1-994B-41F70852C2CE}"/>
              </a:ext>
            </a:extLst>
          </p:cNvPr>
          <p:cNvSpPr txBox="1"/>
          <p:nvPr/>
        </p:nvSpPr>
        <p:spPr>
          <a:xfrm>
            <a:off x="1725388" y="7193418"/>
            <a:ext cx="2192505" cy="338554"/>
          </a:xfrm>
          <a:prstGeom prst="rect">
            <a:avLst/>
          </a:prstGeom>
          <a:noFill/>
        </p:spPr>
        <p:txBody>
          <a:bodyPr wrap="square" rtlCol="0">
            <a:spAutoFit/>
          </a:bodyPr>
          <a:lstStyle/>
          <a:p>
            <a:pPr algn="ctr"/>
            <a:r>
              <a:rPr lang="en-GR" sz="1600" dirty="0">
                <a:latin typeface="Plus Jakarta Sans" pitchFamily="2" charset="77"/>
                <a:ea typeface="Google Sans" pitchFamily="2" charset="0"/>
                <a:cs typeface="Plus Jakarta Sans" pitchFamily="2" charset="77"/>
              </a:rPr>
              <a:t>Add Partner’s Logo</a:t>
            </a:r>
          </a:p>
        </p:txBody>
      </p:sp>
    </p:spTree>
    <p:extLst>
      <p:ext uri="{BB962C8B-B14F-4D97-AF65-F5344CB8AC3E}">
        <p14:creationId xmlns:p14="http://schemas.microsoft.com/office/powerpoint/2010/main" val="483972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
          <p:cNvSpPr/>
          <p:nvPr/>
        </p:nvSpPr>
        <p:spPr>
          <a:xfrm>
            <a:off x="642497" y="1789373"/>
            <a:ext cx="17003006" cy="7924799"/>
          </a:xfrm>
          <a:prstGeom prst="roundRect">
            <a:avLst>
              <a:gd name="adj" fmla="val 2901"/>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3"/>
          <p:cNvSpPr txBox="1"/>
          <p:nvPr/>
        </p:nvSpPr>
        <p:spPr>
          <a:xfrm>
            <a:off x="642497" y="1614573"/>
            <a:ext cx="17003006" cy="8105626"/>
          </a:xfrm>
          <a:prstGeom prst="rect">
            <a:avLst/>
          </a:prstGeom>
          <a:noFill/>
          <a:ln>
            <a:noFill/>
          </a:ln>
        </p:spPr>
        <p:txBody>
          <a:bodyPr spcFirstLastPara="1" wrap="square" lIns="50800" tIns="50800" rIns="50800" bIns="50800" anchor="ctr" anchorCtr="0">
            <a:noAutofit/>
          </a:bodyPr>
          <a:lstStyle/>
          <a:p>
            <a:pPr marL="0" marR="0" lvl="0" indent="0" algn="ctr" rtl="0">
              <a:lnSpc>
                <a:spcPct val="124388"/>
              </a:lnSpc>
              <a:spcBef>
                <a:spcPts val="0"/>
              </a:spcBef>
              <a:spcAft>
                <a:spcPts val="0"/>
              </a:spcAft>
              <a:buNone/>
            </a:pPr>
            <a:endParaRPr sz="1800">
              <a:solidFill>
                <a:schemeClr val="dk1"/>
              </a:solidFill>
              <a:latin typeface="Calibri"/>
              <a:ea typeface="Calibri"/>
              <a:cs typeface="Calibri"/>
              <a:sym typeface="Calibri"/>
            </a:endParaRPr>
          </a:p>
        </p:txBody>
      </p:sp>
      <p:cxnSp>
        <p:nvCxnSpPr>
          <p:cNvPr id="187" name="Google Shape;187;p3"/>
          <p:cNvCxnSpPr/>
          <p:nvPr/>
        </p:nvCxnSpPr>
        <p:spPr>
          <a:xfrm rot="2039">
            <a:off x="1023938" y="5097469"/>
            <a:ext cx="16240125" cy="0"/>
          </a:xfrm>
          <a:prstGeom prst="straightConnector1">
            <a:avLst/>
          </a:prstGeom>
          <a:noFill/>
          <a:ln w="9525" cap="rnd" cmpd="sng">
            <a:solidFill>
              <a:srgbClr val="FF8174"/>
            </a:solidFill>
            <a:prstDash val="solid"/>
            <a:round/>
            <a:headEnd type="none" w="sm" len="sm"/>
            <a:tailEnd type="none" w="sm" len="sm"/>
          </a:ln>
        </p:spPr>
      </p:cxnSp>
      <p:cxnSp>
        <p:nvCxnSpPr>
          <p:cNvPr id="188" name="Google Shape;188;p3"/>
          <p:cNvCxnSpPr/>
          <p:nvPr/>
        </p:nvCxnSpPr>
        <p:spPr>
          <a:xfrm rot="5394420">
            <a:off x="6370320" y="6332220"/>
            <a:ext cx="5852170" cy="0"/>
          </a:xfrm>
          <a:prstGeom prst="straightConnector1">
            <a:avLst/>
          </a:prstGeom>
          <a:noFill/>
          <a:ln w="9525" cap="rnd" cmpd="sng">
            <a:solidFill>
              <a:srgbClr val="FF8174"/>
            </a:solidFill>
            <a:prstDash val="solid"/>
            <a:round/>
            <a:headEnd type="none" w="sm" len="sm"/>
            <a:tailEnd type="none" w="sm" len="sm"/>
          </a:ln>
        </p:spPr>
      </p:cxnSp>
      <p:sp>
        <p:nvSpPr>
          <p:cNvPr id="189" name="Google Shape;189;p3"/>
          <p:cNvSpPr txBox="1"/>
          <p:nvPr/>
        </p:nvSpPr>
        <p:spPr>
          <a:xfrm>
            <a:off x="1028700" y="3282315"/>
            <a:ext cx="8115300" cy="3625736"/>
          </a:xfrm>
          <a:prstGeom prst="rect">
            <a:avLst/>
          </a:prstGeom>
          <a:noFill/>
          <a:ln>
            <a:noFill/>
          </a:ln>
        </p:spPr>
        <p:txBody>
          <a:bodyPr spcFirstLastPara="1" wrap="square" lIns="0" tIns="0" rIns="0" bIns="0" anchor="t" anchorCtr="0">
            <a:spAutoFit/>
          </a:bodyPr>
          <a:lstStyle/>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Title Font: Plus Jakarta Sans</a:t>
            </a:r>
            <a:endParaRPr dirty="0"/>
          </a:p>
          <a:p>
            <a:pPr marL="0" marR="0" lvl="0" indent="0" algn="l" rtl="0">
              <a:lnSpc>
                <a:spcPct val="186666"/>
              </a:lnSpc>
              <a:spcBef>
                <a:spcPts val="0"/>
              </a:spcBef>
              <a:spcAft>
                <a:spcPts val="0"/>
              </a:spcAft>
              <a:buNone/>
            </a:pPr>
            <a:r>
              <a:rPr lang="en-US" sz="1800" dirty="0">
                <a:solidFill>
                  <a:schemeClr val="dk2"/>
                </a:solidFill>
                <a:latin typeface="Plus Jakarta Sans"/>
                <a:ea typeface="Plus Jakarta Sans"/>
                <a:cs typeface="Plus Jakarta Sans"/>
                <a:sym typeface="Plus Jakarta Sans"/>
              </a:rPr>
              <a:t>Download link: </a:t>
            </a:r>
            <a:r>
              <a:rPr lang="en-US" sz="1800" u="sng" dirty="0">
                <a:solidFill>
                  <a:srgbClr val="BE4933"/>
                </a:solidFill>
                <a:latin typeface="Plus Jakarta Sans"/>
                <a:ea typeface="Plus Jakarta Sans"/>
                <a:cs typeface="Plus Jakarta Sans"/>
                <a:sym typeface="Plus Jakarta Sans"/>
                <a:hlinkClick r:id="rId3">
                  <a:extLst>
                    <a:ext uri="{A12FA001-AC4F-418D-AE19-62706E023703}">
                      <ahyp:hlinkClr xmlns:ahyp="http://schemas.microsoft.com/office/drawing/2018/hyperlinkcolor" val="tx"/>
                    </a:ext>
                  </a:extLst>
                </a:hlinkClick>
              </a:rPr>
              <a:t>https://fonts.google.com/specimen/Plus+Jakarta+Sans</a:t>
            </a:r>
            <a:endParaRPr sz="1800" b="1" dirty="0">
              <a:solidFill>
                <a:schemeClr val="dk2"/>
              </a:solidFill>
              <a:latin typeface="Plus Jakarta Sans"/>
              <a:ea typeface="Plus Jakarta Sans"/>
              <a:cs typeface="Plus Jakarta Sans"/>
              <a:sym typeface="Plus Jakarta Sans"/>
            </a:endParaRPr>
          </a:p>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Title Size: 34pt</a:t>
            </a:r>
            <a:endParaRPr sz="1800" b="1" u="sng" dirty="0">
              <a:solidFill>
                <a:srgbClr val="BE4933"/>
              </a:solidFill>
              <a:latin typeface="Plus Jakarta Sans"/>
              <a:ea typeface="Plus Jakarta Sans"/>
              <a:cs typeface="Plus Jakarta Sans"/>
              <a:sym typeface="Plus Jakarta Sans"/>
              <a:hlinkClick r:id="rId3">
                <a:extLst>
                  <a:ext uri="{A12FA001-AC4F-418D-AE19-62706E023703}">
                    <ahyp:hlinkClr xmlns:ahyp="http://schemas.microsoft.com/office/drawing/2018/hyperlinkcolor" val="tx"/>
                  </a:ext>
                </a:extLst>
              </a:hlinkClick>
            </a:endParaRPr>
          </a:p>
          <a:p>
            <a:pPr marL="0" marR="0" lvl="0" indent="0" algn="l" rtl="0">
              <a:lnSpc>
                <a:spcPct val="186666"/>
              </a:lnSpc>
              <a:spcBef>
                <a:spcPts val="0"/>
              </a:spcBef>
              <a:spcAft>
                <a:spcPts val="0"/>
              </a:spcAft>
              <a:buNone/>
            </a:pPr>
            <a:endParaRPr sz="1800" b="1" u="sng" dirty="0">
              <a:solidFill>
                <a:schemeClr val="dk2"/>
              </a:solidFill>
              <a:latin typeface="Plus Jakarta Sans"/>
              <a:ea typeface="Plus Jakarta Sans"/>
              <a:cs typeface="Plus Jakarta Sans"/>
              <a:sym typeface="Plus Jakarta Sans"/>
              <a:hlinkClick r:id="rId3">
                <a:extLst>
                  <a:ext uri="{A12FA001-AC4F-418D-AE19-62706E023703}">
                    <ahyp:hlinkClr xmlns:ahyp="http://schemas.microsoft.com/office/drawing/2018/hyperlinkcolor" val="tx"/>
                  </a:ext>
                </a:extLst>
              </a:hlinkClick>
            </a:endParaRPr>
          </a:p>
          <a:p>
            <a:pPr marL="0" marR="0" lvl="0" indent="0" algn="l" rtl="0">
              <a:lnSpc>
                <a:spcPct val="186666"/>
              </a:lnSpc>
              <a:spcBef>
                <a:spcPts val="0"/>
              </a:spcBef>
              <a:spcAft>
                <a:spcPts val="0"/>
              </a:spcAft>
              <a:buNone/>
            </a:pPr>
            <a:r>
              <a:rPr lang="en-US" sz="1800" b="1" dirty="0">
                <a:solidFill>
                  <a:schemeClr val="accent3"/>
                </a:solidFill>
                <a:latin typeface="Plus Jakarta Sans"/>
                <a:ea typeface="Plus Jakarta Sans"/>
                <a:cs typeface="Plus Jakarta Sans"/>
                <a:sym typeface="Plus Jakarta Sans"/>
              </a:rPr>
              <a:t>Title Color:</a:t>
            </a:r>
            <a:r>
              <a:rPr lang="en-US" sz="1800" dirty="0">
                <a:solidFill>
                  <a:schemeClr val="accent3"/>
                </a:solidFill>
                <a:latin typeface="Plus Jakarta Sans"/>
                <a:ea typeface="Plus Jakarta Sans"/>
                <a:cs typeface="Plus Jakarta Sans"/>
                <a:sym typeface="Plus Jakarta Sans"/>
              </a:rPr>
              <a:t> </a:t>
            </a:r>
            <a:endParaRPr dirty="0"/>
          </a:p>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Dark Turquoise </a:t>
            </a:r>
            <a:r>
              <a:rPr lang="en-US" sz="1800" dirty="0">
                <a:solidFill>
                  <a:schemeClr val="dk2"/>
                </a:solidFill>
                <a:latin typeface="Plus Jakarta Sans"/>
                <a:ea typeface="Plus Jakarta Sans"/>
                <a:cs typeface="Plus Jakarta Sans"/>
                <a:sym typeface="Plus Jakarta Sans"/>
              </a:rPr>
              <a:t>(#006669) on white &amp; light backgrounds</a:t>
            </a:r>
            <a:endParaRPr dirty="0"/>
          </a:p>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Safety Yellow </a:t>
            </a:r>
            <a:r>
              <a:rPr lang="en-US" sz="1800" dirty="0">
                <a:solidFill>
                  <a:schemeClr val="dk2"/>
                </a:solidFill>
                <a:latin typeface="Plus Jakarta Sans"/>
                <a:ea typeface="Plus Jakarta Sans"/>
                <a:cs typeface="Plus Jakarta Sans"/>
                <a:sym typeface="Plus Jakarta Sans"/>
              </a:rPr>
              <a:t>(#FBAA1B) on black and dark backgrounds</a:t>
            </a:r>
            <a:endParaRPr dirty="0"/>
          </a:p>
        </p:txBody>
      </p:sp>
      <p:sp>
        <p:nvSpPr>
          <p:cNvPr id="190" name="Google Shape;190;p3"/>
          <p:cNvSpPr txBox="1"/>
          <p:nvPr/>
        </p:nvSpPr>
        <p:spPr>
          <a:xfrm>
            <a:off x="1028700" y="7232361"/>
            <a:ext cx="7943202" cy="2326919"/>
          </a:xfrm>
          <a:prstGeom prst="rect">
            <a:avLst/>
          </a:prstGeom>
          <a:noFill/>
          <a:ln>
            <a:noFill/>
          </a:ln>
        </p:spPr>
        <p:txBody>
          <a:bodyPr spcFirstLastPara="1" wrap="square" lIns="0" tIns="0" rIns="0" bIns="0" anchor="t" anchorCtr="0">
            <a:spAutoFit/>
          </a:bodyPr>
          <a:lstStyle/>
          <a:p>
            <a:pPr marL="0" marR="0" lvl="0" indent="0" algn="l" rtl="0">
              <a:lnSpc>
                <a:spcPct val="167984"/>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Content Area:</a:t>
            </a:r>
            <a:endParaRPr sz="1800" dirty="0"/>
          </a:p>
          <a:p>
            <a:pPr marL="0" marR="0" lvl="0" indent="0" algn="l" rtl="0">
              <a:lnSpc>
                <a:spcPct val="167984"/>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Please keep all content </a:t>
            </a:r>
            <a:r>
              <a:rPr lang="en-US" sz="1800" dirty="0">
                <a:solidFill>
                  <a:schemeClr val="dk2"/>
                </a:solidFill>
                <a:latin typeface="Plus Jakarta Sans"/>
                <a:ea typeface="Plus Jakarta Sans"/>
                <a:cs typeface="Plus Jakarta Sans"/>
                <a:sym typeface="Plus Jakarta Sans"/>
              </a:rPr>
              <a:t>(text, graphics, charts, images, etc.) within the white frame area. </a:t>
            </a:r>
            <a:r>
              <a:rPr lang="en-US" sz="1800" b="1" dirty="0">
                <a:solidFill>
                  <a:schemeClr val="dk2"/>
                </a:solidFill>
                <a:latin typeface="Plus Jakarta Sans"/>
                <a:ea typeface="Plus Jakarta Sans"/>
                <a:cs typeface="Plus Jakarta Sans"/>
                <a:sym typeface="Plus Jakarta Sans"/>
              </a:rPr>
              <a:t>Only use</a:t>
            </a:r>
            <a:r>
              <a:rPr lang="en-US" sz="1800" dirty="0">
                <a:solidFill>
                  <a:schemeClr val="dk2"/>
                </a:solidFill>
                <a:latin typeface="Plus Jakarta Sans"/>
                <a:ea typeface="Plus Jakarta Sans"/>
                <a:cs typeface="Plus Jakarta Sans"/>
                <a:sym typeface="Plus Jakarta Sans"/>
              </a:rPr>
              <a:t> rectangular (with rounded corners) and circular image frames.</a:t>
            </a:r>
            <a:endParaRPr sz="1800" dirty="0"/>
          </a:p>
          <a:p>
            <a:pPr marL="0" marR="0" lvl="0" indent="0" algn="l" rtl="0">
              <a:lnSpc>
                <a:spcPct val="167984"/>
              </a:lnSpc>
              <a:spcBef>
                <a:spcPts val="0"/>
              </a:spcBef>
              <a:spcAft>
                <a:spcPts val="0"/>
              </a:spcAft>
              <a:buNone/>
            </a:pPr>
            <a:endParaRPr sz="1800" dirty="0">
              <a:solidFill>
                <a:schemeClr val="dk2"/>
              </a:solidFill>
              <a:latin typeface="Plus Jakarta Sans"/>
              <a:ea typeface="Plus Jakarta Sans"/>
              <a:cs typeface="Plus Jakarta Sans"/>
              <a:sym typeface="Plus Jakarta Sans"/>
            </a:endParaRPr>
          </a:p>
        </p:txBody>
      </p:sp>
      <p:sp>
        <p:nvSpPr>
          <p:cNvPr id="191" name="Google Shape;191;p3"/>
          <p:cNvSpPr txBox="1"/>
          <p:nvPr/>
        </p:nvSpPr>
        <p:spPr>
          <a:xfrm>
            <a:off x="9829028" y="7444393"/>
            <a:ext cx="7943202" cy="415498"/>
          </a:xfrm>
          <a:prstGeom prst="rect">
            <a:avLst/>
          </a:prstGeom>
          <a:noFill/>
          <a:ln>
            <a:noFill/>
          </a:ln>
        </p:spPr>
        <p:txBody>
          <a:bodyPr spcFirstLastPara="1" wrap="square" lIns="0" tIns="0" rIns="0" bIns="0" anchor="t" anchorCtr="0">
            <a:spAutoFit/>
          </a:bodyPr>
          <a:lstStyle/>
          <a:p>
            <a:pPr marL="0" marR="0" lvl="0" indent="0" algn="l" rtl="0">
              <a:lnSpc>
                <a:spcPct val="167985"/>
              </a:lnSpc>
              <a:spcBef>
                <a:spcPts val="0"/>
              </a:spcBef>
              <a:spcAft>
                <a:spcPts val="0"/>
              </a:spcAft>
              <a:buNone/>
            </a:pPr>
            <a:r>
              <a:rPr lang="en-US" sz="2199" b="1" dirty="0">
                <a:solidFill>
                  <a:srgbClr val="16364D"/>
                </a:solidFill>
                <a:latin typeface="Plus Jakarta Sans"/>
                <a:ea typeface="Plus Jakarta Sans"/>
                <a:cs typeface="Plus Jakarta Sans"/>
                <a:sym typeface="Plus Jakarta Sans"/>
              </a:rPr>
              <a:t>Colour Palette:</a:t>
            </a:r>
            <a:endParaRPr dirty="0"/>
          </a:p>
        </p:txBody>
      </p:sp>
      <p:sp>
        <p:nvSpPr>
          <p:cNvPr id="192" name="Google Shape;192;p3"/>
          <p:cNvSpPr txBox="1"/>
          <p:nvPr/>
        </p:nvSpPr>
        <p:spPr>
          <a:xfrm>
            <a:off x="9829028" y="3282315"/>
            <a:ext cx="7473133" cy="4028603"/>
          </a:xfrm>
          <a:prstGeom prst="rect">
            <a:avLst/>
          </a:prstGeom>
          <a:noFill/>
          <a:ln>
            <a:noFill/>
          </a:ln>
        </p:spPr>
        <p:txBody>
          <a:bodyPr spcFirstLastPara="1" wrap="square" lIns="0" tIns="0" rIns="0" bIns="0" anchor="t" anchorCtr="0">
            <a:spAutoFit/>
          </a:bodyPr>
          <a:lstStyle/>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Body Text Font: Plus Jakarta Sans</a:t>
            </a:r>
            <a:endParaRPr sz="1800" u="sng" dirty="0">
              <a:solidFill>
                <a:schemeClr val="dk2"/>
              </a:solidFill>
              <a:latin typeface="Plus Jakarta Sans"/>
              <a:ea typeface="Plus Jakarta Sans"/>
              <a:cs typeface="Plus Jakarta Sans"/>
              <a:sym typeface="Plus Jakarta Sans"/>
              <a:hlinkClick r:id="rId3">
                <a:extLst>
                  <a:ext uri="{A12FA001-AC4F-418D-AE19-62706E023703}">
                    <ahyp:hlinkClr xmlns:ahyp="http://schemas.microsoft.com/office/drawing/2018/hyperlinkcolor" val="tx"/>
                  </a:ext>
                </a:extLst>
              </a:hlinkClick>
            </a:endParaRPr>
          </a:p>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Body Text Size: Min. 18pt / Max. 24pt</a:t>
            </a:r>
            <a:endParaRPr dirty="0"/>
          </a:p>
          <a:p>
            <a:pPr marL="0" marR="0" lvl="0" indent="0" algn="l" rtl="0">
              <a:lnSpc>
                <a:spcPct val="186666"/>
              </a:lnSpc>
              <a:spcBef>
                <a:spcPts val="0"/>
              </a:spcBef>
              <a:spcAft>
                <a:spcPts val="0"/>
              </a:spcAft>
              <a:buNone/>
            </a:pPr>
            <a:r>
              <a:rPr lang="en-US" sz="1800" b="1" dirty="0">
                <a:solidFill>
                  <a:schemeClr val="dk2"/>
                </a:solidFill>
                <a:latin typeface="Plus Jakarta Sans"/>
                <a:ea typeface="Plus Jakarta Sans"/>
                <a:cs typeface="Plus Jakarta Sans"/>
                <a:sym typeface="Plus Jakarta Sans"/>
              </a:rPr>
              <a:t> </a:t>
            </a:r>
          </a:p>
          <a:p>
            <a:pPr marL="0" marR="0" lvl="0" indent="0" algn="l" rtl="0">
              <a:lnSpc>
                <a:spcPct val="186666"/>
              </a:lnSpc>
              <a:spcBef>
                <a:spcPts val="0"/>
              </a:spcBef>
              <a:spcAft>
                <a:spcPts val="0"/>
              </a:spcAft>
              <a:buNone/>
            </a:pPr>
            <a:endParaRPr dirty="0"/>
          </a:p>
          <a:p>
            <a:pPr marL="0" marR="0" lvl="0" indent="0" algn="l" rtl="0">
              <a:lnSpc>
                <a:spcPct val="186666"/>
              </a:lnSpc>
              <a:spcBef>
                <a:spcPts val="0"/>
              </a:spcBef>
              <a:spcAft>
                <a:spcPts val="0"/>
              </a:spcAft>
              <a:buNone/>
            </a:pPr>
            <a:r>
              <a:rPr lang="en-US" sz="1800" b="1" dirty="0">
                <a:solidFill>
                  <a:schemeClr val="accent3"/>
                </a:solidFill>
                <a:latin typeface="Plus Jakarta Sans"/>
                <a:ea typeface="Plus Jakarta Sans"/>
                <a:cs typeface="Plus Jakarta Sans"/>
                <a:sym typeface="Plus Jakarta Sans"/>
              </a:rPr>
              <a:t>Body Text Color:</a:t>
            </a:r>
            <a:r>
              <a:rPr lang="en-US" sz="1800" dirty="0">
                <a:solidFill>
                  <a:schemeClr val="accent3"/>
                </a:solidFill>
                <a:latin typeface="Plus Jakarta Sans"/>
                <a:ea typeface="Plus Jakarta Sans"/>
                <a:cs typeface="Plus Jakarta Sans"/>
                <a:sym typeface="Plus Jakarta Sans"/>
              </a:rPr>
              <a:t> </a:t>
            </a:r>
            <a:endParaRPr dirty="0"/>
          </a:p>
          <a:p>
            <a:pPr marL="0" marR="0" lvl="0" indent="0" algn="l" rtl="0">
              <a:lnSpc>
                <a:spcPct val="186666"/>
              </a:lnSpc>
              <a:spcBef>
                <a:spcPts val="0"/>
              </a:spcBef>
              <a:spcAft>
                <a:spcPts val="0"/>
              </a:spcAft>
              <a:buNone/>
            </a:pPr>
            <a:r>
              <a:rPr lang="en-US" sz="1800" dirty="0">
                <a:solidFill>
                  <a:schemeClr val="dk2"/>
                </a:solidFill>
                <a:latin typeface="Plus Jakarta Sans"/>
                <a:ea typeface="Plus Jakarta Sans"/>
                <a:cs typeface="Plus Jakarta Sans"/>
                <a:sym typeface="Plus Jakarta Sans"/>
              </a:rPr>
              <a:t>Dark Turquoise &amp; Slate Grey (#70808F) on white &amp; light backgrounds</a:t>
            </a:r>
            <a:endParaRPr dirty="0"/>
          </a:p>
          <a:p>
            <a:pPr marL="0" marR="0" lvl="0" indent="0" algn="l" rtl="0">
              <a:lnSpc>
                <a:spcPct val="186666"/>
              </a:lnSpc>
              <a:spcBef>
                <a:spcPts val="0"/>
              </a:spcBef>
              <a:spcAft>
                <a:spcPts val="0"/>
              </a:spcAft>
              <a:buNone/>
            </a:pPr>
            <a:r>
              <a:rPr lang="en-US" sz="1800" dirty="0">
                <a:solidFill>
                  <a:schemeClr val="dk2"/>
                </a:solidFill>
                <a:latin typeface="Plus Jakarta Sans"/>
                <a:ea typeface="Plus Jakarta Sans"/>
                <a:cs typeface="Plus Jakarta Sans"/>
                <a:sym typeface="Plus Jakarta Sans"/>
              </a:rPr>
              <a:t>Safety Yellow (#FBAA1B)  &amp; Light Grey (#C&amp;CECB) on black and dark backgrounds</a:t>
            </a:r>
            <a:endParaRPr dirty="0"/>
          </a:p>
        </p:txBody>
      </p:sp>
      <p:sp>
        <p:nvSpPr>
          <p:cNvPr id="193" name="Google Shape;193;p3"/>
          <p:cNvSpPr txBox="1"/>
          <p:nvPr/>
        </p:nvSpPr>
        <p:spPr>
          <a:xfrm>
            <a:off x="1028700" y="2320585"/>
            <a:ext cx="8084849" cy="48654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400" b="1">
                <a:solidFill>
                  <a:schemeClr val="dk2"/>
                </a:solidFill>
                <a:latin typeface="Plus Jakarta Sans SemiBold"/>
                <a:ea typeface="Plus Jakarta Sans SemiBold"/>
                <a:cs typeface="Plus Jakarta Sans SemiBold"/>
                <a:sym typeface="Plus Jakarta Sans SemiBold"/>
              </a:rPr>
              <a:t>Presentation Template Guidelines</a:t>
            </a:r>
            <a:endParaRPr/>
          </a:p>
        </p:txBody>
      </p:sp>
      <p:sp>
        <p:nvSpPr>
          <p:cNvPr id="194" name="Google Shape;194;p3"/>
          <p:cNvSpPr/>
          <p:nvPr/>
        </p:nvSpPr>
        <p:spPr>
          <a:xfrm>
            <a:off x="16360022" y="8140985"/>
            <a:ext cx="963441" cy="963441"/>
          </a:xfrm>
          <a:prstGeom prst="ellipse">
            <a:avLst/>
          </a:prstGeom>
          <a:solidFill>
            <a:srgbClr val="7B5C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B5C60"/>
              </a:solidFill>
              <a:latin typeface="Calibri"/>
              <a:ea typeface="Calibri"/>
              <a:cs typeface="Calibri"/>
              <a:sym typeface="Calibri"/>
            </a:endParaRPr>
          </a:p>
        </p:txBody>
      </p:sp>
      <p:sp>
        <p:nvSpPr>
          <p:cNvPr id="195" name="Google Shape;195;p3"/>
          <p:cNvSpPr/>
          <p:nvPr/>
        </p:nvSpPr>
        <p:spPr>
          <a:xfrm>
            <a:off x="9829028" y="8140985"/>
            <a:ext cx="963441" cy="963441"/>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3"/>
          <p:cNvSpPr/>
          <p:nvPr/>
        </p:nvSpPr>
        <p:spPr>
          <a:xfrm>
            <a:off x="11112396" y="8140985"/>
            <a:ext cx="963441" cy="963441"/>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3"/>
          <p:cNvSpPr/>
          <p:nvPr/>
        </p:nvSpPr>
        <p:spPr>
          <a:xfrm>
            <a:off x="12427849" y="8140985"/>
            <a:ext cx="963441" cy="963441"/>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3"/>
          <p:cNvSpPr/>
          <p:nvPr/>
        </p:nvSpPr>
        <p:spPr>
          <a:xfrm>
            <a:off x="13711217" y="8140985"/>
            <a:ext cx="963441" cy="963441"/>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3"/>
          <p:cNvSpPr/>
          <p:nvPr/>
        </p:nvSpPr>
        <p:spPr>
          <a:xfrm>
            <a:off x="15042711" y="8140985"/>
            <a:ext cx="963441" cy="96344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3"/>
          <p:cNvSpPr txBox="1"/>
          <p:nvPr/>
        </p:nvSpPr>
        <p:spPr>
          <a:xfrm>
            <a:off x="11726779" y="-86627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2"/>
              </a:buClr>
              <a:buSzPts val="1600"/>
              <a:buFont typeface="Plus Jakarta Sans"/>
              <a:buNone/>
            </a:pPr>
            <a:r>
              <a:rPr lang="en-US"/>
              <a:t>BRISA Master Presentation Template</a:t>
            </a:r>
            <a:endParaRPr/>
          </a:p>
        </p:txBody>
      </p:sp>
      <p:sp>
        <p:nvSpPr>
          <p:cNvPr id="3" name="Online Image Placeholder 2">
            <a:extLst>
              <a:ext uri="{FF2B5EF4-FFF2-40B4-BE49-F238E27FC236}">
                <a16:creationId xmlns:a16="http://schemas.microsoft.com/office/drawing/2014/main" id="{9FCA1CB2-5FD4-A02D-CBEB-D1929E0239B8}"/>
              </a:ext>
            </a:extLst>
          </p:cNvPr>
          <p:cNvSpPr>
            <a:spLocks noGrp="1"/>
          </p:cNvSpPr>
          <p:nvPr>
            <p:ph type="clipArt" idx="2"/>
          </p:nvPr>
        </p:nvSpPr>
        <p:spPr/>
        <p:txBody>
          <a:bodyPr/>
          <a:lstStyle/>
          <a:p>
            <a:endParaRPr lang="en-GR"/>
          </a:p>
        </p:txBody>
      </p:sp>
      <p:sp>
        <p:nvSpPr>
          <p:cNvPr id="4" name="TextBox 3">
            <a:extLst>
              <a:ext uri="{FF2B5EF4-FFF2-40B4-BE49-F238E27FC236}">
                <a16:creationId xmlns:a16="http://schemas.microsoft.com/office/drawing/2014/main" id="{5F47BCCE-944F-E53F-65E7-F0EAAB5BDD99}"/>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4"/>
          <p:cNvPicPr preferRelativeResize="0"/>
          <p:nvPr/>
        </p:nvPicPr>
        <p:blipFill rotWithShape="1">
          <a:blip r:embed="rId3">
            <a:alphaModFix/>
          </a:blip>
          <a:srcRect/>
          <a:stretch/>
        </p:blipFill>
        <p:spPr>
          <a:xfrm>
            <a:off x="14097001" y="7201606"/>
            <a:ext cx="3124200" cy="1831431"/>
          </a:xfrm>
          <a:prstGeom prst="rect">
            <a:avLst/>
          </a:prstGeom>
          <a:noFill/>
          <a:ln>
            <a:noFill/>
          </a:ln>
        </p:spPr>
      </p:pic>
      <p:pic>
        <p:nvPicPr>
          <p:cNvPr id="212" name="Google Shape;212;p4"/>
          <p:cNvPicPr preferRelativeResize="0"/>
          <p:nvPr/>
        </p:nvPicPr>
        <p:blipFill rotWithShape="1">
          <a:blip r:embed="rId3">
            <a:alphaModFix/>
          </a:blip>
          <a:srcRect/>
          <a:stretch/>
        </p:blipFill>
        <p:spPr>
          <a:xfrm>
            <a:off x="14097001" y="5226691"/>
            <a:ext cx="3124200" cy="1831431"/>
          </a:xfrm>
          <a:prstGeom prst="rect">
            <a:avLst/>
          </a:prstGeom>
          <a:noFill/>
          <a:ln>
            <a:noFill/>
          </a:ln>
        </p:spPr>
      </p:pic>
      <p:pic>
        <p:nvPicPr>
          <p:cNvPr id="213" name="Google Shape;213;p4"/>
          <p:cNvPicPr preferRelativeResize="0"/>
          <p:nvPr/>
        </p:nvPicPr>
        <p:blipFill rotWithShape="1">
          <a:blip r:embed="rId3">
            <a:alphaModFix/>
          </a:blip>
          <a:srcRect/>
          <a:stretch/>
        </p:blipFill>
        <p:spPr>
          <a:xfrm>
            <a:off x="14097001" y="3261202"/>
            <a:ext cx="3124200" cy="1831431"/>
          </a:xfrm>
          <a:prstGeom prst="rect">
            <a:avLst/>
          </a:prstGeom>
          <a:noFill/>
          <a:ln>
            <a:noFill/>
          </a:ln>
        </p:spPr>
      </p:pic>
      <p:pic>
        <p:nvPicPr>
          <p:cNvPr id="214" name="Google Shape;214;p4"/>
          <p:cNvPicPr preferRelativeResize="0"/>
          <p:nvPr/>
        </p:nvPicPr>
        <p:blipFill rotWithShape="1">
          <a:blip r:embed="rId4">
            <a:alphaModFix/>
          </a:blip>
          <a:srcRect/>
          <a:stretch/>
        </p:blipFill>
        <p:spPr>
          <a:xfrm>
            <a:off x="10852044" y="7246184"/>
            <a:ext cx="3076535" cy="1763494"/>
          </a:xfrm>
          <a:prstGeom prst="rect">
            <a:avLst/>
          </a:prstGeom>
          <a:noFill/>
          <a:ln>
            <a:noFill/>
          </a:ln>
        </p:spPr>
      </p:pic>
      <p:pic>
        <p:nvPicPr>
          <p:cNvPr id="215" name="Google Shape;215;p4"/>
          <p:cNvPicPr preferRelativeResize="0"/>
          <p:nvPr/>
        </p:nvPicPr>
        <p:blipFill rotWithShape="1">
          <a:blip r:embed="rId4">
            <a:alphaModFix/>
          </a:blip>
          <a:srcRect/>
          <a:stretch/>
        </p:blipFill>
        <p:spPr>
          <a:xfrm>
            <a:off x="10852044" y="5270628"/>
            <a:ext cx="3076535" cy="1750667"/>
          </a:xfrm>
          <a:prstGeom prst="rect">
            <a:avLst/>
          </a:prstGeom>
          <a:noFill/>
          <a:ln>
            <a:noFill/>
          </a:ln>
        </p:spPr>
      </p:pic>
      <p:pic>
        <p:nvPicPr>
          <p:cNvPr id="216" name="Google Shape;216;p4"/>
          <p:cNvPicPr preferRelativeResize="0"/>
          <p:nvPr/>
        </p:nvPicPr>
        <p:blipFill rotWithShape="1">
          <a:blip r:embed="rId4">
            <a:alphaModFix/>
          </a:blip>
          <a:srcRect/>
          <a:stretch/>
        </p:blipFill>
        <p:spPr>
          <a:xfrm>
            <a:off x="10845488" y="3286537"/>
            <a:ext cx="3076535" cy="1780763"/>
          </a:xfrm>
          <a:prstGeom prst="rect">
            <a:avLst/>
          </a:prstGeom>
          <a:noFill/>
          <a:ln>
            <a:noFill/>
          </a:ln>
        </p:spPr>
      </p:pic>
      <p:sp>
        <p:nvSpPr>
          <p:cNvPr id="217" name="Google Shape;217;p4"/>
          <p:cNvSpPr txBox="1"/>
          <p:nvPr/>
        </p:nvSpPr>
        <p:spPr>
          <a:xfrm>
            <a:off x="1028700" y="2320585"/>
            <a:ext cx="8084849" cy="48654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400" b="1" dirty="0">
                <a:solidFill>
                  <a:schemeClr val="dk2"/>
                </a:solidFill>
                <a:latin typeface="Plus Jakarta Sans"/>
                <a:ea typeface="Plus Jakarta Sans"/>
                <a:cs typeface="Plus Jakarta Sans"/>
                <a:sym typeface="Plus Jakarta Sans"/>
              </a:rPr>
              <a:t>Logo Variations</a:t>
            </a:r>
            <a:endParaRPr dirty="0"/>
          </a:p>
        </p:txBody>
      </p:sp>
      <p:sp>
        <p:nvSpPr>
          <p:cNvPr id="218" name="Google Shape;218;p4"/>
          <p:cNvSpPr txBox="1"/>
          <p:nvPr/>
        </p:nvSpPr>
        <p:spPr>
          <a:xfrm>
            <a:off x="10849780" y="5181247"/>
            <a:ext cx="3083212" cy="1854952"/>
          </a:xfrm>
          <a:prstGeom prst="rect">
            <a:avLst/>
          </a:prstGeom>
          <a:noFill/>
          <a:ln>
            <a:noFill/>
          </a:ln>
        </p:spPr>
        <p:txBody>
          <a:bodyPr spcFirstLastPara="1" wrap="square" lIns="66450" tIns="66450" rIns="66450" bIns="66450" anchor="ctr" anchorCtr="0">
            <a:noAutofit/>
          </a:bodyPr>
          <a:lstStyle/>
          <a:p>
            <a:pPr marL="0" marR="0" lvl="0" indent="0" algn="ctr" rtl="0">
              <a:lnSpc>
                <a:spcPct val="124388"/>
              </a:lnSpc>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4"/>
          <p:cNvSpPr txBox="1"/>
          <p:nvPr/>
        </p:nvSpPr>
        <p:spPr>
          <a:xfrm>
            <a:off x="10849780" y="7155724"/>
            <a:ext cx="3083212" cy="1854952"/>
          </a:xfrm>
          <a:prstGeom prst="rect">
            <a:avLst/>
          </a:prstGeom>
          <a:noFill/>
          <a:ln>
            <a:noFill/>
          </a:ln>
        </p:spPr>
        <p:txBody>
          <a:bodyPr spcFirstLastPara="1" wrap="square" lIns="66450" tIns="66450" rIns="66450" bIns="66450" anchor="ctr" anchorCtr="0">
            <a:noAutofit/>
          </a:bodyPr>
          <a:lstStyle/>
          <a:p>
            <a:pPr marL="0" marR="0" lvl="0" indent="0" algn="ctr" rtl="0">
              <a:lnSpc>
                <a:spcPct val="124388"/>
              </a:lnSpc>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4"/>
          <p:cNvSpPr/>
          <p:nvPr/>
        </p:nvSpPr>
        <p:spPr>
          <a:xfrm>
            <a:off x="1028700" y="3284512"/>
            <a:ext cx="3083212" cy="1752535"/>
          </a:xfrm>
          <a:prstGeom prst="roundRect">
            <a:avLst>
              <a:gd name="adj" fmla="val 4118"/>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1" name="Google Shape;221;p4"/>
          <p:cNvPicPr preferRelativeResize="0"/>
          <p:nvPr/>
        </p:nvPicPr>
        <p:blipFill rotWithShape="1">
          <a:blip r:embed="rId5">
            <a:alphaModFix/>
          </a:blip>
          <a:srcRect/>
          <a:stretch/>
        </p:blipFill>
        <p:spPr>
          <a:xfrm>
            <a:off x="1399788" y="3906386"/>
            <a:ext cx="2341035" cy="508785"/>
          </a:xfrm>
          <a:prstGeom prst="rect">
            <a:avLst/>
          </a:prstGeom>
          <a:noFill/>
          <a:ln>
            <a:noFill/>
          </a:ln>
        </p:spPr>
      </p:pic>
      <p:sp>
        <p:nvSpPr>
          <p:cNvPr id="222" name="Google Shape;222;p4"/>
          <p:cNvSpPr/>
          <p:nvPr/>
        </p:nvSpPr>
        <p:spPr>
          <a:xfrm>
            <a:off x="4302252" y="3284512"/>
            <a:ext cx="3083212" cy="1752535"/>
          </a:xfrm>
          <a:prstGeom prst="roundRect">
            <a:avLst>
              <a:gd name="adj" fmla="val 4118"/>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3" name="Google Shape;223;p4"/>
          <p:cNvPicPr preferRelativeResize="0"/>
          <p:nvPr/>
        </p:nvPicPr>
        <p:blipFill rotWithShape="1">
          <a:blip r:embed="rId6">
            <a:alphaModFix/>
          </a:blip>
          <a:srcRect/>
          <a:stretch/>
        </p:blipFill>
        <p:spPr>
          <a:xfrm>
            <a:off x="4673342" y="3906386"/>
            <a:ext cx="2341030" cy="508784"/>
          </a:xfrm>
          <a:prstGeom prst="rect">
            <a:avLst/>
          </a:prstGeom>
          <a:noFill/>
          <a:ln>
            <a:noFill/>
          </a:ln>
        </p:spPr>
      </p:pic>
      <p:sp>
        <p:nvSpPr>
          <p:cNvPr id="224" name="Google Shape;224;p4"/>
          <p:cNvSpPr/>
          <p:nvPr/>
        </p:nvSpPr>
        <p:spPr>
          <a:xfrm>
            <a:off x="7575804" y="3284512"/>
            <a:ext cx="3083212" cy="1752535"/>
          </a:xfrm>
          <a:prstGeom prst="roundRect">
            <a:avLst>
              <a:gd name="adj" fmla="val 4118"/>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5" name="Google Shape;225;p4"/>
          <p:cNvPicPr preferRelativeResize="0"/>
          <p:nvPr/>
        </p:nvPicPr>
        <p:blipFill rotWithShape="1">
          <a:blip r:embed="rId7">
            <a:alphaModFix/>
          </a:blip>
          <a:srcRect/>
          <a:stretch/>
        </p:blipFill>
        <p:spPr>
          <a:xfrm>
            <a:off x="7946894" y="3906386"/>
            <a:ext cx="2341030" cy="508784"/>
          </a:xfrm>
          <a:prstGeom prst="rect">
            <a:avLst/>
          </a:prstGeom>
          <a:noFill/>
          <a:ln>
            <a:noFill/>
          </a:ln>
        </p:spPr>
      </p:pic>
      <p:pic>
        <p:nvPicPr>
          <p:cNvPr id="226" name="Google Shape;226;p4"/>
          <p:cNvPicPr preferRelativeResize="0"/>
          <p:nvPr/>
        </p:nvPicPr>
        <p:blipFill rotWithShape="1">
          <a:blip r:embed="rId7">
            <a:alphaModFix/>
          </a:blip>
          <a:srcRect/>
          <a:stretch/>
        </p:blipFill>
        <p:spPr>
          <a:xfrm>
            <a:off x="11219797" y="3924752"/>
            <a:ext cx="2341030" cy="508784"/>
          </a:xfrm>
          <a:prstGeom prst="rect">
            <a:avLst/>
          </a:prstGeom>
          <a:noFill/>
          <a:ln>
            <a:noFill/>
          </a:ln>
        </p:spPr>
      </p:pic>
      <p:pic>
        <p:nvPicPr>
          <p:cNvPr id="227" name="Google Shape;227;p4"/>
          <p:cNvPicPr preferRelativeResize="0"/>
          <p:nvPr/>
        </p:nvPicPr>
        <p:blipFill rotWithShape="1">
          <a:blip r:embed="rId7">
            <a:alphaModFix/>
          </a:blip>
          <a:srcRect/>
          <a:stretch/>
        </p:blipFill>
        <p:spPr>
          <a:xfrm>
            <a:off x="14493849" y="3924752"/>
            <a:ext cx="2341030" cy="508784"/>
          </a:xfrm>
          <a:prstGeom prst="rect">
            <a:avLst/>
          </a:prstGeom>
          <a:noFill/>
          <a:ln>
            <a:noFill/>
          </a:ln>
        </p:spPr>
      </p:pic>
      <p:sp>
        <p:nvSpPr>
          <p:cNvPr id="228" name="Google Shape;228;p4"/>
          <p:cNvSpPr/>
          <p:nvPr/>
        </p:nvSpPr>
        <p:spPr>
          <a:xfrm>
            <a:off x="1028700" y="5268760"/>
            <a:ext cx="3083212" cy="1752535"/>
          </a:xfrm>
          <a:prstGeom prst="roundRect">
            <a:avLst>
              <a:gd name="adj" fmla="val 4118"/>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9" name="Google Shape;229;p4"/>
          <p:cNvPicPr preferRelativeResize="0"/>
          <p:nvPr/>
        </p:nvPicPr>
        <p:blipFill rotWithShape="1">
          <a:blip r:embed="rId8">
            <a:alphaModFix/>
          </a:blip>
          <a:srcRect/>
          <a:stretch/>
        </p:blipFill>
        <p:spPr>
          <a:xfrm>
            <a:off x="1391476" y="5859968"/>
            <a:ext cx="2357661" cy="570119"/>
          </a:xfrm>
          <a:prstGeom prst="rect">
            <a:avLst/>
          </a:prstGeom>
          <a:noFill/>
          <a:ln>
            <a:noFill/>
          </a:ln>
        </p:spPr>
      </p:pic>
      <p:sp>
        <p:nvSpPr>
          <p:cNvPr id="230" name="Google Shape;230;p4"/>
          <p:cNvSpPr/>
          <p:nvPr/>
        </p:nvSpPr>
        <p:spPr>
          <a:xfrm>
            <a:off x="4296834" y="5268760"/>
            <a:ext cx="3083212" cy="1752535"/>
          </a:xfrm>
          <a:prstGeom prst="roundRect">
            <a:avLst>
              <a:gd name="adj" fmla="val 4118"/>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4"/>
          <p:cNvSpPr/>
          <p:nvPr/>
        </p:nvSpPr>
        <p:spPr>
          <a:xfrm>
            <a:off x="7573434" y="5268760"/>
            <a:ext cx="3083212" cy="1752535"/>
          </a:xfrm>
          <a:prstGeom prst="roundRect">
            <a:avLst>
              <a:gd name="adj" fmla="val 4118"/>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2" name="Google Shape;232;p4"/>
          <p:cNvPicPr preferRelativeResize="0"/>
          <p:nvPr/>
        </p:nvPicPr>
        <p:blipFill rotWithShape="1">
          <a:blip r:embed="rId9">
            <a:alphaModFix/>
          </a:blip>
          <a:srcRect/>
          <a:stretch/>
        </p:blipFill>
        <p:spPr>
          <a:xfrm>
            <a:off x="7936211" y="5859968"/>
            <a:ext cx="2357657" cy="570118"/>
          </a:xfrm>
          <a:prstGeom prst="rect">
            <a:avLst/>
          </a:prstGeom>
          <a:noFill/>
          <a:ln>
            <a:noFill/>
          </a:ln>
        </p:spPr>
      </p:pic>
      <p:pic>
        <p:nvPicPr>
          <p:cNvPr id="233" name="Google Shape;233;p4"/>
          <p:cNvPicPr preferRelativeResize="0"/>
          <p:nvPr/>
        </p:nvPicPr>
        <p:blipFill rotWithShape="1">
          <a:blip r:embed="rId9">
            <a:alphaModFix/>
          </a:blip>
          <a:srcRect/>
          <a:stretch/>
        </p:blipFill>
        <p:spPr>
          <a:xfrm>
            <a:off x="11212812" y="5859968"/>
            <a:ext cx="2357657" cy="570118"/>
          </a:xfrm>
          <a:prstGeom prst="rect">
            <a:avLst/>
          </a:prstGeom>
          <a:noFill/>
          <a:ln>
            <a:noFill/>
          </a:ln>
        </p:spPr>
      </p:pic>
      <p:pic>
        <p:nvPicPr>
          <p:cNvPr id="234" name="Google Shape;234;p4"/>
          <p:cNvPicPr preferRelativeResize="0"/>
          <p:nvPr/>
        </p:nvPicPr>
        <p:blipFill rotWithShape="1">
          <a:blip r:embed="rId9">
            <a:alphaModFix/>
          </a:blip>
          <a:srcRect/>
          <a:stretch/>
        </p:blipFill>
        <p:spPr>
          <a:xfrm>
            <a:off x="14480946" y="5859968"/>
            <a:ext cx="2357657" cy="570118"/>
          </a:xfrm>
          <a:prstGeom prst="rect">
            <a:avLst/>
          </a:prstGeom>
          <a:noFill/>
          <a:ln>
            <a:noFill/>
          </a:ln>
        </p:spPr>
      </p:pic>
      <p:sp>
        <p:nvSpPr>
          <p:cNvPr id="235" name="Google Shape;235;p4"/>
          <p:cNvSpPr/>
          <p:nvPr/>
        </p:nvSpPr>
        <p:spPr>
          <a:xfrm>
            <a:off x="1028700" y="7249960"/>
            <a:ext cx="3083212" cy="1752535"/>
          </a:xfrm>
          <a:prstGeom prst="roundRect">
            <a:avLst>
              <a:gd name="adj" fmla="val 4118"/>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6" name="Google Shape;236;p4"/>
          <p:cNvPicPr preferRelativeResize="0"/>
          <p:nvPr/>
        </p:nvPicPr>
        <p:blipFill rotWithShape="1">
          <a:blip r:embed="rId10">
            <a:alphaModFix/>
          </a:blip>
          <a:srcRect/>
          <a:stretch/>
        </p:blipFill>
        <p:spPr>
          <a:xfrm>
            <a:off x="1892325" y="7486017"/>
            <a:ext cx="1355963" cy="1280418"/>
          </a:xfrm>
          <a:prstGeom prst="rect">
            <a:avLst/>
          </a:prstGeom>
          <a:noFill/>
          <a:ln>
            <a:noFill/>
          </a:ln>
        </p:spPr>
      </p:pic>
      <p:sp>
        <p:nvSpPr>
          <p:cNvPr id="237" name="Google Shape;237;p4"/>
          <p:cNvSpPr/>
          <p:nvPr/>
        </p:nvSpPr>
        <p:spPr>
          <a:xfrm>
            <a:off x="4305300" y="7249960"/>
            <a:ext cx="3083212" cy="1752535"/>
          </a:xfrm>
          <a:prstGeom prst="roundRect">
            <a:avLst>
              <a:gd name="adj" fmla="val 4118"/>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8" name="Google Shape;238;p4"/>
          <p:cNvPicPr preferRelativeResize="0"/>
          <p:nvPr/>
        </p:nvPicPr>
        <p:blipFill rotWithShape="1">
          <a:blip r:embed="rId11">
            <a:alphaModFix/>
          </a:blip>
          <a:srcRect/>
          <a:stretch/>
        </p:blipFill>
        <p:spPr>
          <a:xfrm>
            <a:off x="5168925" y="7486017"/>
            <a:ext cx="1355963" cy="1280418"/>
          </a:xfrm>
          <a:prstGeom prst="rect">
            <a:avLst/>
          </a:prstGeom>
          <a:noFill/>
          <a:ln>
            <a:noFill/>
          </a:ln>
        </p:spPr>
      </p:pic>
      <p:sp>
        <p:nvSpPr>
          <p:cNvPr id="239" name="Google Shape;239;p4"/>
          <p:cNvSpPr/>
          <p:nvPr/>
        </p:nvSpPr>
        <p:spPr>
          <a:xfrm>
            <a:off x="7573433" y="7249960"/>
            <a:ext cx="3083212" cy="1752535"/>
          </a:xfrm>
          <a:prstGeom prst="roundRect">
            <a:avLst>
              <a:gd name="adj" fmla="val 4118"/>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0" name="Google Shape;240;p4"/>
          <p:cNvPicPr preferRelativeResize="0"/>
          <p:nvPr/>
        </p:nvPicPr>
        <p:blipFill rotWithShape="1">
          <a:blip r:embed="rId12">
            <a:alphaModFix/>
          </a:blip>
          <a:srcRect/>
          <a:stretch/>
        </p:blipFill>
        <p:spPr>
          <a:xfrm>
            <a:off x="8437058" y="7486017"/>
            <a:ext cx="1355963" cy="1280418"/>
          </a:xfrm>
          <a:prstGeom prst="rect">
            <a:avLst/>
          </a:prstGeom>
          <a:noFill/>
          <a:ln>
            <a:noFill/>
          </a:ln>
        </p:spPr>
      </p:pic>
      <p:pic>
        <p:nvPicPr>
          <p:cNvPr id="241" name="Google Shape;241;p4"/>
          <p:cNvPicPr preferRelativeResize="0"/>
          <p:nvPr/>
        </p:nvPicPr>
        <p:blipFill rotWithShape="1">
          <a:blip r:embed="rId12">
            <a:alphaModFix/>
          </a:blip>
          <a:srcRect/>
          <a:stretch/>
        </p:blipFill>
        <p:spPr>
          <a:xfrm>
            <a:off x="11711257" y="7483240"/>
            <a:ext cx="1355963" cy="1280418"/>
          </a:xfrm>
          <a:prstGeom prst="rect">
            <a:avLst/>
          </a:prstGeom>
          <a:noFill/>
          <a:ln>
            <a:noFill/>
          </a:ln>
        </p:spPr>
      </p:pic>
      <p:pic>
        <p:nvPicPr>
          <p:cNvPr id="242" name="Google Shape;242;p4"/>
          <p:cNvPicPr preferRelativeResize="0"/>
          <p:nvPr/>
        </p:nvPicPr>
        <p:blipFill rotWithShape="1">
          <a:blip r:embed="rId12">
            <a:alphaModFix/>
          </a:blip>
          <a:srcRect/>
          <a:stretch/>
        </p:blipFill>
        <p:spPr>
          <a:xfrm>
            <a:off x="14987857" y="7483240"/>
            <a:ext cx="1355963" cy="1280418"/>
          </a:xfrm>
          <a:prstGeom prst="rect">
            <a:avLst/>
          </a:prstGeom>
          <a:noFill/>
          <a:ln>
            <a:noFill/>
          </a:ln>
        </p:spPr>
      </p:pic>
      <p:sp>
        <p:nvSpPr>
          <p:cNvPr id="244" name="Google Shape;244;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2"/>
              </a:buClr>
              <a:buSzPts val="1600"/>
              <a:buFont typeface="Plus Jakarta Sans"/>
              <a:buNone/>
            </a:pPr>
            <a:r>
              <a:rPr lang="en-US"/>
              <a:t>BRISA Master Presentation Template</a:t>
            </a:r>
            <a:endParaRPr/>
          </a:p>
        </p:txBody>
      </p:sp>
      <p:sp>
        <p:nvSpPr>
          <p:cNvPr id="3" name="Online Image Placeholder 2">
            <a:extLst>
              <a:ext uri="{FF2B5EF4-FFF2-40B4-BE49-F238E27FC236}">
                <a16:creationId xmlns:a16="http://schemas.microsoft.com/office/drawing/2014/main" id="{ECE32DBB-BEC1-870D-B7B7-2673AD7BAE79}"/>
              </a:ext>
            </a:extLst>
          </p:cNvPr>
          <p:cNvSpPr>
            <a:spLocks noGrp="1"/>
          </p:cNvSpPr>
          <p:nvPr>
            <p:ph type="clipArt" idx="2"/>
          </p:nvPr>
        </p:nvSpPr>
        <p:spPr/>
        <p:txBody>
          <a:bodyPr/>
          <a:lstStyle/>
          <a:p>
            <a:endParaRPr lang="en-GR"/>
          </a:p>
        </p:txBody>
      </p:sp>
      <p:pic>
        <p:nvPicPr>
          <p:cNvPr id="245" name="Google Shape;245;p4"/>
          <p:cNvPicPr preferRelativeResize="0"/>
          <p:nvPr/>
        </p:nvPicPr>
        <p:blipFill rotWithShape="1">
          <a:blip r:embed="rId6">
            <a:alphaModFix/>
          </a:blip>
          <a:srcRect l="25308"/>
          <a:stretch/>
        </p:blipFill>
        <p:spPr>
          <a:xfrm>
            <a:off x="4572000" y="5711581"/>
            <a:ext cx="2442372" cy="710668"/>
          </a:xfrm>
          <a:prstGeom prst="rect">
            <a:avLst/>
          </a:prstGeom>
          <a:noFill/>
          <a:ln>
            <a:noFill/>
          </a:ln>
        </p:spPr>
      </p:pic>
      <p:sp>
        <p:nvSpPr>
          <p:cNvPr id="4" name="TextBox 3">
            <a:extLst>
              <a:ext uri="{FF2B5EF4-FFF2-40B4-BE49-F238E27FC236}">
                <a16:creationId xmlns:a16="http://schemas.microsoft.com/office/drawing/2014/main" id="{65426BC4-859E-EC39-C052-D7F8AF70B143}"/>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5" name="Google Shape;217;p4">
            <a:hlinkClick r:id="rId13"/>
            <a:extLst>
              <a:ext uri="{FF2B5EF4-FFF2-40B4-BE49-F238E27FC236}">
                <a16:creationId xmlns:a16="http://schemas.microsoft.com/office/drawing/2014/main" id="{E3319068-0EFC-2712-33CD-1AE629719141}"/>
              </a:ext>
            </a:extLst>
          </p:cNvPr>
          <p:cNvSpPr txBox="1"/>
          <p:nvPr/>
        </p:nvSpPr>
        <p:spPr>
          <a:xfrm>
            <a:off x="14683409" y="2417439"/>
            <a:ext cx="2471531" cy="369332"/>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2000" b="1" dirty="0">
                <a:solidFill>
                  <a:schemeClr val="accent3"/>
                </a:solidFill>
                <a:latin typeface="Plus Jakarta Sans"/>
                <a:ea typeface="Plus Jakarta Sans"/>
                <a:cs typeface="Plus Jakarta Sans"/>
                <a:sym typeface="Plus Jakarta Sans"/>
              </a:rPr>
              <a:t>Logo Download link</a:t>
            </a:r>
            <a:endParaRPr sz="2000" dirty="0">
              <a:solidFill>
                <a:schemeClr val="accent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5"/>
          <p:cNvSpPr txBox="1"/>
          <p:nvPr/>
        </p:nvSpPr>
        <p:spPr>
          <a:xfrm>
            <a:off x="1091546" y="2341226"/>
            <a:ext cx="16114424" cy="4939494"/>
          </a:xfrm>
          <a:prstGeom prst="rect">
            <a:avLst/>
          </a:prstGeom>
          <a:noFill/>
          <a:ln>
            <a:noFill/>
          </a:ln>
        </p:spPr>
        <p:txBody>
          <a:bodyPr spcFirstLastPara="1" wrap="square" lIns="0" tIns="0" rIns="0" bIns="0" anchor="t" anchorCtr="0">
            <a:spAutoFit/>
          </a:bodyPr>
          <a:lstStyle/>
          <a:p>
            <a:pPr marL="0" marR="0" lvl="0" indent="0" algn="l" rtl="0">
              <a:lnSpc>
                <a:spcPct val="240000"/>
              </a:lnSpc>
              <a:spcBef>
                <a:spcPts val="0"/>
              </a:spcBef>
              <a:spcAft>
                <a:spcPts val="0"/>
              </a:spcAft>
              <a:buNone/>
            </a:pPr>
            <a:r>
              <a:rPr lang="en-US" sz="2400">
                <a:solidFill>
                  <a:schemeClr val="accent5"/>
                </a:solidFill>
                <a:latin typeface="Plus Jakarta Sans"/>
                <a:ea typeface="Plus Jakarta Sans"/>
                <a:cs typeface="Plus Jakarta Sans"/>
                <a:sym typeface="Plus Jakarta Sans"/>
              </a:rPr>
              <a:t>In the Master Slides layouts, you will find:</a:t>
            </a:r>
            <a:endParaRPr/>
          </a:p>
          <a:p>
            <a:pPr marL="386080" marR="0" lvl="1" indent="-193040" algn="l" rtl="0">
              <a:lnSpc>
                <a:spcPct val="240000"/>
              </a:lnSpc>
              <a:spcBef>
                <a:spcPts val="0"/>
              </a:spcBef>
              <a:spcAft>
                <a:spcPts val="0"/>
              </a:spcAft>
              <a:buClr>
                <a:schemeClr val="accent5"/>
              </a:buClr>
              <a:buSzPts val="2400"/>
              <a:buFont typeface="Plus Jakarta Sans"/>
              <a:buAutoNum type="arabicPeriod"/>
            </a:pPr>
            <a:r>
              <a:rPr lang="en-US" sz="2400" b="0" i="0" u="none" strike="noStrike" cap="none">
                <a:solidFill>
                  <a:schemeClr val="accent5"/>
                </a:solidFill>
                <a:latin typeface="Plus Jakarta Sans"/>
                <a:ea typeface="Plus Jakarta Sans"/>
                <a:cs typeface="Plus Jakarta Sans"/>
                <a:sym typeface="Plus Jakarta Sans"/>
              </a:rPr>
              <a:t> A group of layouts for </a:t>
            </a:r>
            <a:r>
              <a:rPr lang="en-US" sz="2400" b="1" i="0" u="none" strike="noStrike" cap="none">
                <a:solidFill>
                  <a:schemeClr val="accent5"/>
                </a:solidFill>
                <a:latin typeface="Plus Jakarta Sans"/>
                <a:ea typeface="Plus Jakarta Sans"/>
                <a:cs typeface="Plus Jakarta Sans"/>
                <a:sym typeface="Plus Jakarta Sans"/>
              </a:rPr>
              <a:t>External use </a:t>
            </a:r>
            <a:r>
              <a:rPr lang="en-US" sz="2400" b="0" i="0" u="none" strike="noStrike" cap="none">
                <a:solidFill>
                  <a:schemeClr val="accent5"/>
                </a:solidFill>
                <a:latin typeface="Plus Jakarta Sans"/>
                <a:ea typeface="Plus Jakarta Sans"/>
                <a:cs typeface="Plus Jakarta Sans"/>
                <a:sym typeface="Plus Jakarta Sans"/>
              </a:rPr>
              <a:t>(conferences, demonstrations etc.)</a:t>
            </a:r>
            <a:endParaRPr/>
          </a:p>
          <a:p>
            <a:pPr marL="386080" marR="0" lvl="1" indent="-193040" algn="l" rtl="0">
              <a:lnSpc>
                <a:spcPct val="240000"/>
              </a:lnSpc>
              <a:spcBef>
                <a:spcPts val="0"/>
              </a:spcBef>
              <a:spcAft>
                <a:spcPts val="0"/>
              </a:spcAft>
              <a:buClr>
                <a:schemeClr val="accent5"/>
              </a:buClr>
              <a:buSzPts val="2400"/>
              <a:buFont typeface="Plus Jakarta Sans"/>
              <a:buAutoNum type="arabicPeriod"/>
            </a:pPr>
            <a:r>
              <a:rPr lang="en-US" sz="2400" b="0" i="0" u="none" strike="noStrike" cap="none">
                <a:solidFill>
                  <a:schemeClr val="accent5"/>
                </a:solidFill>
                <a:latin typeface="Plus Jakarta Sans"/>
                <a:ea typeface="Plus Jakarta Sans"/>
                <a:cs typeface="Plus Jakarta Sans"/>
                <a:sym typeface="Plus Jakarta Sans"/>
              </a:rPr>
              <a:t> A group of layouts for </a:t>
            </a:r>
            <a:r>
              <a:rPr lang="en-US" sz="2400" b="1" i="0" u="none" strike="noStrike" cap="none">
                <a:solidFill>
                  <a:schemeClr val="accent5"/>
                </a:solidFill>
                <a:latin typeface="Plus Jakarta Sans"/>
                <a:ea typeface="Plus Jakarta Sans"/>
                <a:cs typeface="Plus Jakarta Sans"/>
                <a:sym typeface="Plus Jakarta Sans"/>
              </a:rPr>
              <a:t>Internal use </a:t>
            </a:r>
            <a:r>
              <a:rPr lang="en-US" sz="2400" b="0" i="0" u="none" strike="noStrike" cap="none">
                <a:solidFill>
                  <a:schemeClr val="accent5"/>
                </a:solidFill>
                <a:latin typeface="Plus Jakarta Sans"/>
                <a:ea typeface="Plus Jakarta Sans"/>
                <a:cs typeface="Plus Jakarta Sans"/>
                <a:sym typeface="Plus Jakarta Sans"/>
              </a:rPr>
              <a:t>(KoM, Plenary Meetings etc.)</a:t>
            </a:r>
            <a:endParaRPr/>
          </a:p>
          <a:p>
            <a:pPr marL="386080" marR="0" lvl="1" indent="-193040" algn="l" rtl="0">
              <a:lnSpc>
                <a:spcPct val="240000"/>
              </a:lnSpc>
              <a:spcBef>
                <a:spcPts val="0"/>
              </a:spcBef>
              <a:spcAft>
                <a:spcPts val="0"/>
              </a:spcAft>
              <a:buClr>
                <a:schemeClr val="accent5"/>
              </a:buClr>
              <a:buSzPts val="2400"/>
              <a:buFont typeface="Plus Jakarta Sans"/>
              <a:buAutoNum type="arabicPeriod"/>
            </a:pPr>
            <a:r>
              <a:rPr lang="en-US" sz="2400" b="0" i="0" u="none" strike="noStrike" cap="none">
                <a:solidFill>
                  <a:schemeClr val="accent5"/>
                </a:solidFill>
                <a:latin typeface="Plus Jakarta Sans"/>
                <a:ea typeface="Plus Jakarta Sans"/>
                <a:cs typeface="Plus Jakarta Sans"/>
                <a:sym typeface="Plus Jakarta Sans"/>
              </a:rPr>
              <a:t> A group of layouts with </a:t>
            </a:r>
            <a:r>
              <a:rPr lang="en-US" sz="2400" b="1" i="0" u="none" strike="noStrike" cap="none">
                <a:solidFill>
                  <a:schemeClr val="accent5"/>
                </a:solidFill>
                <a:latin typeface="Plus Jakarta Sans"/>
                <a:ea typeface="Plus Jakarta Sans"/>
                <a:cs typeface="Plus Jakarta Sans"/>
                <a:sym typeface="Plus Jakarta Sans"/>
              </a:rPr>
              <a:t>elements</a:t>
            </a:r>
            <a:r>
              <a:rPr lang="en-US" sz="2400" b="0" i="0" u="none" strike="noStrike" cap="none">
                <a:solidFill>
                  <a:schemeClr val="accent5"/>
                </a:solidFill>
                <a:latin typeface="Plus Jakarta Sans"/>
                <a:ea typeface="Plus Jakarta Sans"/>
                <a:cs typeface="Plus Jakarta Sans"/>
                <a:sym typeface="Plus Jakarta Sans"/>
              </a:rPr>
              <a:t> (images, logo variations, partners logos)</a:t>
            </a:r>
            <a:endParaRPr/>
          </a:p>
          <a:p>
            <a:pPr marL="386080" marR="0" lvl="1" indent="-193040" algn="l" rtl="0">
              <a:lnSpc>
                <a:spcPct val="240000"/>
              </a:lnSpc>
              <a:spcBef>
                <a:spcPts val="0"/>
              </a:spcBef>
              <a:spcAft>
                <a:spcPts val="0"/>
              </a:spcAft>
              <a:buNone/>
            </a:pPr>
            <a:endParaRPr sz="2400" b="0" i="0" u="none" strike="noStrike" cap="none">
              <a:solidFill>
                <a:srgbClr val="16364D"/>
              </a:solidFill>
              <a:latin typeface="Plus Jakarta Sans"/>
              <a:ea typeface="Plus Jakarta Sans"/>
              <a:cs typeface="Plus Jakarta Sans"/>
              <a:sym typeface="Plus Jakarta Sans"/>
            </a:endParaRPr>
          </a:p>
          <a:p>
            <a:pPr marL="337820" marR="0" lvl="1" indent="-168910" algn="l" rtl="0">
              <a:lnSpc>
                <a:spcPct val="209958"/>
              </a:lnSpc>
              <a:spcBef>
                <a:spcPts val="0"/>
              </a:spcBef>
              <a:spcAft>
                <a:spcPts val="0"/>
              </a:spcAft>
              <a:buNone/>
            </a:pPr>
            <a:r>
              <a:rPr lang="en-US" sz="2400" b="1" i="0" u="none" strike="noStrike" cap="none">
                <a:solidFill>
                  <a:schemeClr val="dk2"/>
                </a:solidFill>
                <a:latin typeface="Plus Jakarta Sans"/>
                <a:ea typeface="Plus Jakarta Sans"/>
                <a:cs typeface="Plus Jakarta Sans"/>
                <a:sym typeface="Plus Jakarta Sans"/>
              </a:rPr>
              <a:t>For example, this slide is intended for internal use, </a:t>
            </a:r>
            <a:endParaRPr/>
          </a:p>
          <a:p>
            <a:pPr marL="337820" marR="0" lvl="1" indent="-168910" algn="l" rtl="0">
              <a:lnSpc>
                <a:spcPct val="209958"/>
              </a:lnSpc>
              <a:spcBef>
                <a:spcPts val="0"/>
              </a:spcBef>
              <a:spcAft>
                <a:spcPts val="0"/>
              </a:spcAft>
              <a:buNone/>
            </a:pPr>
            <a:r>
              <a:rPr lang="en-US" sz="2400" b="1" i="0" u="none" strike="noStrike" cap="none">
                <a:solidFill>
                  <a:schemeClr val="dk2"/>
                </a:solidFill>
                <a:latin typeface="Plus Jakarta Sans"/>
                <a:ea typeface="Plus Jakarta Sans"/>
                <a:cs typeface="Plus Jakarta Sans"/>
                <a:sym typeface="Plus Jakarta Sans"/>
              </a:rPr>
              <a:t>which is why the partner logo at the top right is not necessary.</a:t>
            </a:r>
            <a:endParaRPr/>
          </a:p>
        </p:txBody>
      </p:sp>
      <p:sp>
        <p:nvSpPr>
          <p:cNvPr id="256" name="Google Shape;256;p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2"/>
              </a:buClr>
              <a:buSzPts val="1600"/>
              <a:buFont typeface="Plus Jakarta Sans"/>
              <a:buNone/>
            </a:pPr>
            <a:r>
              <a:rPr lang="en-US"/>
              <a:t>BRISA Master Presentation Template</a:t>
            </a:r>
            <a:endParaRPr/>
          </a:p>
        </p:txBody>
      </p:sp>
      <p:sp>
        <p:nvSpPr>
          <p:cNvPr id="3" name="Online Image Placeholder 2">
            <a:extLst>
              <a:ext uri="{FF2B5EF4-FFF2-40B4-BE49-F238E27FC236}">
                <a16:creationId xmlns:a16="http://schemas.microsoft.com/office/drawing/2014/main" id="{63BCB1EF-47A6-7B04-EB64-80E6949CFC08}"/>
              </a:ext>
            </a:extLst>
          </p:cNvPr>
          <p:cNvSpPr>
            <a:spLocks noGrp="1"/>
          </p:cNvSpPr>
          <p:nvPr>
            <p:ph type="clipArt" idx="2"/>
          </p:nvPr>
        </p:nvSpPr>
        <p:spPr/>
        <p:txBody>
          <a:bodyPr/>
          <a:lstStyle/>
          <a:p>
            <a:endParaRPr lang="en-GR"/>
          </a:p>
        </p:txBody>
      </p:sp>
      <p:sp>
        <p:nvSpPr>
          <p:cNvPr id="4" name="TextBox 3">
            <a:extLst>
              <a:ext uri="{FF2B5EF4-FFF2-40B4-BE49-F238E27FC236}">
                <a16:creationId xmlns:a16="http://schemas.microsoft.com/office/drawing/2014/main" id="{9B260B2B-FD00-8F86-83F5-499A5F03E7E9}"/>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6"/>
          <p:cNvSpPr txBox="1"/>
          <p:nvPr/>
        </p:nvSpPr>
        <p:spPr>
          <a:xfrm>
            <a:off x="1091546" y="2341226"/>
            <a:ext cx="16114424" cy="670312"/>
          </a:xfrm>
          <a:prstGeom prst="rect">
            <a:avLst/>
          </a:prstGeom>
          <a:noFill/>
          <a:ln>
            <a:noFill/>
          </a:ln>
        </p:spPr>
        <p:txBody>
          <a:bodyPr spcFirstLastPara="1" wrap="square" lIns="0" tIns="0" rIns="0" bIns="0" anchor="t" anchorCtr="0">
            <a:spAutoFit/>
          </a:bodyPr>
          <a:lstStyle/>
          <a:p>
            <a:pPr marL="0" marR="0" lvl="0" indent="0" algn="l" rtl="0">
              <a:lnSpc>
                <a:spcPct val="180000"/>
              </a:lnSpc>
              <a:spcBef>
                <a:spcPts val="0"/>
              </a:spcBef>
              <a:spcAft>
                <a:spcPts val="0"/>
              </a:spcAft>
              <a:buNone/>
            </a:pPr>
            <a:r>
              <a:rPr lang="en-US" sz="3200">
                <a:solidFill>
                  <a:schemeClr val="accent5"/>
                </a:solidFill>
                <a:latin typeface="Google Sans"/>
                <a:ea typeface="Google Sans"/>
                <a:cs typeface="Google Sans"/>
                <a:sym typeface="Google Sans"/>
              </a:rPr>
              <a:t>Blank slide for any custom use.</a:t>
            </a:r>
            <a:endParaRPr/>
          </a:p>
        </p:txBody>
      </p:sp>
      <p:sp>
        <p:nvSpPr>
          <p:cNvPr id="266" name="Google Shape;266;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2"/>
              </a:buClr>
              <a:buSzPts val="1600"/>
              <a:buFont typeface="Plus Jakarta Sans"/>
              <a:buNone/>
            </a:pPr>
            <a:r>
              <a:rPr lang="en-US"/>
              <a:t>BRISA Master Presentation Template</a:t>
            </a:r>
            <a:endParaRPr/>
          </a:p>
        </p:txBody>
      </p:sp>
      <p:sp>
        <p:nvSpPr>
          <p:cNvPr id="3" name="Online Image Placeholder 2">
            <a:extLst>
              <a:ext uri="{FF2B5EF4-FFF2-40B4-BE49-F238E27FC236}">
                <a16:creationId xmlns:a16="http://schemas.microsoft.com/office/drawing/2014/main" id="{D6285D91-7B20-045B-6BBD-0047CA969615}"/>
              </a:ext>
            </a:extLst>
          </p:cNvPr>
          <p:cNvSpPr>
            <a:spLocks noGrp="1"/>
          </p:cNvSpPr>
          <p:nvPr>
            <p:ph type="clipArt" idx="2"/>
          </p:nvPr>
        </p:nvSpPr>
        <p:spPr/>
        <p:txBody>
          <a:bodyPr/>
          <a:lstStyle/>
          <a:p>
            <a:endParaRPr lang="en-GR"/>
          </a:p>
        </p:txBody>
      </p:sp>
      <p:sp>
        <p:nvSpPr>
          <p:cNvPr id="4" name="TextBox 3">
            <a:extLst>
              <a:ext uri="{FF2B5EF4-FFF2-40B4-BE49-F238E27FC236}">
                <a16:creationId xmlns:a16="http://schemas.microsoft.com/office/drawing/2014/main" id="{C7A70CE1-648F-EC8D-6597-F6628F3A8D9D}"/>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7" name="Online Image Placeholder 6">
            <a:extLst>
              <a:ext uri="{FF2B5EF4-FFF2-40B4-BE49-F238E27FC236}">
                <a16:creationId xmlns:a16="http://schemas.microsoft.com/office/drawing/2014/main" id="{8AA4D36C-C674-2B02-D246-E5258E9DD658}"/>
              </a:ext>
            </a:extLst>
          </p:cNvPr>
          <p:cNvSpPr>
            <a:spLocks noGrp="1"/>
          </p:cNvSpPr>
          <p:nvPr>
            <p:ph type="clipArt" idx="2"/>
          </p:nvPr>
        </p:nvSpPr>
        <p:spPr/>
        <p:txBody>
          <a:bodyPr/>
          <a:lstStyle/>
          <a:p>
            <a:endParaRPr lang="en-GR"/>
          </a:p>
        </p:txBody>
      </p:sp>
      <p:sp>
        <p:nvSpPr>
          <p:cNvPr id="6" name="Text Placeholder 5">
            <a:extLst>
              <a:ext uri="{FF2B5EF4-FFF2-40B4-BE49-F238E27FC236}">
                <a16:creationId xmlns:a16="http://schemas.microsoft.com/office/drawing/2014/main" id="{DF52E393-6906-2F8F-E42D-50A0E2EDECA6}"/>
              </a:ext>
            </a:extLst>
          </p:cNvPr>
          <p:cNvSpPr>
            <a:spLocks noGrp="1"/>
          </p:cNvSpPr>
          <p:nvPr>
            <p:ph type="body" idx="1"/>
          </p:nvPr>
        </p:nvSpPr>
        <p:spPr/>
        <p:txBody>
          <a:bodyPr/>
          <a:lstStyle/>
          <a:p>
            <a:endParaRPr lang="en-GR"/>
          </a:p>
        </p:txBody>
      </p:sp>
      <p:sp>
        <p:nvSpPr>
          <p:cNvPr id="8" name="Text Placeholder 7">
            <a:extLst>
              <a:ext uri="{FF2B5EF4-FFF2-40B4-BE49-F238E27FC236}">
                <a16:creationId xmlns:a16="http://schemas.microsoft.com/office/drawing/2014/main" id="{844C657F-D6F3-1ED1-A1F1-5A6C67E5E122}"/>
              </a:ext>
            </a:extLst>
          </p:cNvPr>
          <p:cNvSpPr>
            <a:spLocks noGrp="1"/>
          </p:cNvSpPr>
          <p:nvPr>
            <p:ph type="body" idx="3"/>
          </p:nvPr>
        </p:nvSpPr>
        <p:spPr/>
        <p:txBody>
          <a:bodyPr/>
          <a:lstStyle/>
          <a:p>
            <a:endParaRPr lang="en-GR"/>
          </a:p>
        </p:txBody>
      </p:sp>
      <p:sp>
        <p:nvSpPr>
          <p:cNvPr id="9" name="Online Image Placeholder 8">
            <a:extLst>
              <a:ext uri="{FF2B5EF4-FFF2-40B4-BE49-F238E27FC236}">
                <a16:creationId xmlns:a16="http://schemas.microsoft.com/office/drawing/2014/main" id="{6A7A0DC4-7D5E-47F3-7C5B-63A24760CD1E}"/>
              </a:ext>
            </a:extLst>
          </p:cNvPr>
          <p:cNvSpPr>
            <a:spLocks noGrp="1"/>
          </p:cNvSpPr>
          <p:nvPr>
            <p:ph type="clipArt" idx="4"/>
          </p:nvPr>
        </p:nvSpPr>
        <p:spPr/>
        <p:txBody>
          <a:bodyPr/>
          <a:lstStyle/>
          <a:p>
            <a:endParaRPr lang="en-GR"/>
          </a:p>
        </p:txBody>
      </p:sp>
      <p:sp>
        <p:nvSpPr>
          <p:cNvPr id="5" name="Title 4">
            <a:extLst>
              <a:ext uri="{FF2B5EF4-FFF2-40B4-BE49-F238E27FC236}">
                <a16:creationId xmlns:a16="http://schemas.microsoft.com/office/drawing/2014/main" id="{1EB73B72-319A-DEA0-542D-EFD3B680276D}"/>
              </a:ext>
            </a:extLst>
          </p:cNvPr>
          <p:cNvSpPr>
            <a:spLocks noGrp="1"/>
          </p:cNvSpPr>
          <p:nvPr>
            <p:ph type="title"/>
          </p:nvPr>
        </p:nvSpPr>
        <p:spPr/>
        <p:txBody>
          <a:bodyPr/>
          <a:lstStyle/>
          <a:p>
            <a:endParaRPr lang="en-GR"/>
          </a:p>
        </p:txBody>
      </p:sp>
      <p:sp>
        <p:nvSpPr>
          <p:cNvPr id="11" name="Online Image Placeholder 10">
            <a:extLst>
              <a:ext uri="{FF2B5EF4-FFF2-40B4-BE49-F238E27FC236}">
                <a16:creationId xmlns:a16="http://schemas.microsoft.com/office/drawing/2014/main" id="{502374A3-0FA2-0AD8-12FD-35937EA8BC3A}"/>
              </a:ext>
            </a:extLst>
          </p:cNvPr>
          <p:cNvSpPr>
            <a:spLocks noGrp="1"/>
          </p:cNvSpPr>
          <p:nvPr>
            <p:ph type="clipArt" idx="13"/>
          </p:nvPr>
        </p:nvSpPr>
        <p:spPr/>
        <p:txBody>
          <a:bodyPr/>
          <a:lstStyle/>
          <a:p>
            <a:endParaRPr lang="en-GR"/>
          </a:p>
        </p:txBody>
      </p:sp>
      <p:sp>
        <p:nvSpPr>
          <p:cNvPr id="279" name="Google Shape;279;p7"/>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2"/>
              </a:buClr>
              <a:buSzPts val="1600"/>
              <a:buFont typeface="Arial"/>
              <a:buNone/>
            </a:pPr>
            <a:r>
              <a:rPr lang="en-US" sz="1600" b="0" i="0">
                <a:solidFill>
                  <a:schemeClr val="dk2"/>
                </a:solidFill>
                <a:latin typeface="Plus Jakarta Sans"/>
                <a:ea typeface="Plus Jakarta Sans"/>
                <a:cs typeface="Plus Jakarta Sans"/>
                <a:sym typeface="Plus Jakarta Sans"/>
              </a:rPr>
              <a:t>BRISA Master Presentation Template</a:t>
            </a:r>
            <a:endParaRPr sz="1600" b="0" i="0">
              <a:solidFill>
                <a:schemeClr val="dk2"/>
              </a:solidFill>
              <a:latin typeface="Plus Jakarta Sans"/>
              <a:ea typeface="Plus Jakarta Sans"/>
              <a:cs typeface="Plus Jakarta Sans"/>
              <a:sym typeface="Plus Jakarta Sans"/>
            </a:endParaRPr>
          </a:p>
        </p:txBody>
      </p:sp>
      <p:sp>
        <p:nvSpPr>
          <p:cNvPr id="13" name="TextBox 12">
            <a:extLst>
              <a:ext uri="{FF2B5EF4-FFF2-40B4-BE49-F238E27FC236}">
                <a16:creationId xmlns:a16="http://schemas.microsoft.com/office/drawing/2014/main" id="{20D4C5C1-AC6F-4918-E522-41B0F4727533}"/>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9" name="Text Placeholder 8">
            <a:extLst>
              <a:ext uri="{FF2B5EF4-FFF2-40B4-BE49-F238E27FC236}">
                <a16:creationId xmlns:a16="http://schemas.microsoft.com/office/drawing/2014/main" id="{B99D21D9-51E9-FFC0-E87B-40EFAEA92724}"/>
              </a:ext>
            </a:extLst>
          </p:cNvPr>
          <p:cNvSpPr>
            <a:spLocks noGrp="1"/>
          </p:cNvSpPr>
          <p:nvPr>
            <p:ph type="body" idx="1"/>
          </p:nvPr>
        </p:nvSpPr>
        <p:spPr/>
        <p:txBody>
          <a:bodyPr/>
          <a:lstStyle/>
          <a:p>
            <a:endParaRPr lang="en-GR"/>
          </a:p>
        </p:txBody>
      </p:sp>
      <p:sp>
        <p:nvSpPr>
          <p:cNvPr id="10" name="Online Image Placeholder 9">
            <a:extLst>
              <a:ext uri="{FF2B5EF4-FFF2-40B4-BE49-F238E27FC236}">
                <a16:creationId xmlns:a16="http://schemas.microsoft.com/office/drawing/2014/main" id="{6A5913E1-F891-7F3B-7558-67F49468E9DD}"/>
              </a:ext>
            </a:extLst>
          </p:cNvPr>
          <p:cNvSpPr>
            <a:spLocks noGrp="1"/>
          </p:cNvSpPr>
          <p:nvPr>
            <p:ph type="clipArt" idx="2"/>
          </p:nvPr>
        </p:nvSpPr>
        <p:spPr/>
        <p:txBody>
          <a:bodyPr/>
          <a:lstStyle/>
          <a:p>
            <a:endParaRPr lang="en-GR"/>
          </a:p>
        </p:txBody>
      </p:sp>
      <p:sp>
        <p:nvSpPr>
          <p:cNvPr id="8" name="Title 7">
            <a:extLst>
              <a:ext uri="{FF2B5EF4-FFF2-40B4-BE49-F238E27FC236}">
                <a16:creationId xmlns:a16="http://schemas.microsoft.com/office/drawing/2014/main" id="{2B3AFD57-0BED-A72B-F209-987F6F45093A}"/>
              </a:ext>
            </a:extLst>
          </p:cNvPr>
          <p:cNvSpPr>
            <a:spLocks noGrp="1"/>
          </p:cNvSpPr>
          <p:nvPr>
            <p:ph type="title"/>
          </p:nvPr>
        </p:nvSpPr>
        <p:spPr/>
        <p:txBody>
          <a:bodyPr/>
          <a:lstStyle/>
          <a:p>
            <a:endParaRPr lang="en-GR"/>
          </a:p>
        </p:txBody>
      </p:sp>
      <p:sp>
        <p:nvSpPr>
          <p:cNvPr id="12" name="Online Image Placeholder 11">
            <a:extLst>
              <a:ext uri="{FF2B5EF4-FFF2-40B4-BE49-F238E27FC236}">
                <a16:creationId xmlns:a16="http://schemas.microsoft.com/office/drawing/2014/main" id="{E10AF198-8081-B8C3-1CDE-7EF32915F6F0}"/>
              </a:ext>
            </a:extLst>
          </p:cNvPr>
          <p:cNvSpPr>
            <a:spLocks noGrp="1"/>
          </p:cNvSpPr>
          <p:nvPr>
            <p:ph type="clipArt" idx="13"/>
          </p:nvPr>
        </p:nvSpPr>
        <p:spPr/>
        <p:txBody>
          <a:bodyPr/>
          <a:lstStyle/>
          <a:p>
            <a:endParaRPr lang="en-GR"/>
          </a:p>
        </p:txBody>
      </p:sp>
      <p:sp>
        <p:nvSpPr>
          <p:cNvPr id="292" name="Google Shape;292;p8"/>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a:solidFill>
                  <a:schemeClr val="dk2"/>
                </a:solidFill>
                <a:latin typeface="Plus Jakarta Sans"/>
                <a:ea typeface="Plus Jakarta Sans"/>
                <a:cs typeface="Plus Jakarta Sans"/>
                <a:sym typeface="Plus Jakarta Sans"/>
              </a:rPr>
              <a:t>BRISA Master Presentation Template</a:t>
            </a:r>
            <a:endParaRPr sz="1600">
              <a:solidFill>
                <a:schemeClr val="dk2"/>
              </a:solidFill>
              <a:latin typeface="Plus Jakarta Sans"/>
              <a:ea typeface="Plus Jakarta Sans"/>
              <a:cs typeface="Plus Jakarta Sans"/>
              <a:sym typeface="Plus Jakarta Sans"/>
            </a:endParaRPr>
          </a:p>
        </p:txBody>
      </p:sp>
      <p:sp>
        <p:nvSpPr>
          <p:cNvPr id="293" name="Google Shape;293;p8"/>
          <p:cNvSpPr/>
          <p:nvPr/>
        </p:nvSpPr>
        <p:spPr>
          <a:xfrm>
            <a:off x="16010163" y="771467"/>
            <a:ext cx="1324929" cy="754510"/>
          </a:xfrm>
          <a:prstGeom prst="rect">
            <a:avLst/>
          </a:prstGeom>
          <a:noFill/>
          <a:ln>
            <a:noFill/>
          </a:ln>
        </p:spPr>
        <p:txBody>
          <a:bodyPr/>
          <a:lstStyle/>
          <a:p>
            <a:endParaRPr lang="en-GR"/>
          </a:p>
        </p:txBody>
      </p:sp>
      <p:sp>
        <p:nvSpPr>
          <p:cNvPr id="15" name="TextBox 14">
            <a:extLst>
              <a:ext uri="{FF2B5EF4-FFF2-40B4-BE49-F238E27FC236}">
                <a16:creationId xmlns:a16="http://schemas.microsoft.com/office/drawing/2014/main" id="{2CCF004D-A74B-5959-E3D9-70266F3C2229}"/>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4" name="Online Image Placeholder 3">
            <a:extLst>
              <a:ext uri="{FF2B5EF4-FFF2-40B4-BE49-F238E27FC236}">
                <a16:creationId xmlns:a16="http://schemas.microsoft.com/office/drawing/2014/main" id="{5121638A-75C8-D4FF-FCE6-212BD881A2EC}"/>
              </a:ext>
            </a:extLst>
          </p:cNvPr>
          <p:cNvSpPr>
            <a:spLocks noGrp="1"/>
          </p:cNvSpPr>
          <p:nvPr>
            <p:ph type="clipArt" idx="2"/>
          </p:nvPr>
        </p:nvSpPr>
        <p:spPr/>
        <p:txBody>
          <a:bodyPr/>
          <a:lstStyle/>
          <a:p>
            <a:endParaRPr lang="en-GR"/>
          </a:p>
        </p:txBody>
      </p:sp>
      <p:sp>
        <p:nvSpPr>
          <p:cNvPr id="3" name="Text Placeholder 2">
            <a:extLst>
              <a:ext uri="{FF2B5EF4-FFF2-40B4-BE49-F238E27FC236}">
                <a16:creationId xmlns:a16="http://schemas.microsoft.com/office/drawing/2014/main" id="{CD9EB2CE-58D0-5C0B-D931-88AF407205B9}"/>
              </a:ext>
            </a:extLst>
          </p:cNvPr>
          <p:cNvSpPr>
            <a:spLocks noGrp="1"/>
          </p:cNvSpPr>
          <p:nvPr>
            <p:ph type="body" idx="1"/>
          </p:nvPr>
        </p:nvSpPr>
        <p:spPr/>
        <p:txBody>
          <a:bodyPr/>
          <a:lstStyle/>
          <a:p>
            <a:endParaRPr lang="en-GR"/>
          </a:p>
        </p:txBody>
      </p:sp>
      <p:sp>
        <p:nvSpPr>
          <p:cNvPr id="5" name="Online Image Placeholder 4">
            <a:extLst>
              <a:ext uri="{FF2B5EF4-FFF2-40B4-BE49-F238E27FC236}">
                <a16:creationId xmlns:a16="http://schemas.microsoft.com/office/drawing/2014/main" id="{C9BD0B52-BAFB-1939-F114-039068BA6B76}"/>
              </a:ext>
            </a:extLst>
          </p:cNvPr>
          <p:cNvSpPr>
            <a:spLocks noGrp="1"/>
          </p:cNvSpPr>
          <p:nvPr>
            <p:ph type="clipArt" idx="3"/>
          </p:nvPr>
        </p:nvSpPr>
        <p:spPr/>
        <p:txBody>
          <a:bodyPr/>
          <a:lstStyle/>
          <a:p>
            <a:endParaRPr lang="en-GR"/>
          </a:p>
        </p:txBody>
      </p:sp>
      <p:sp>
        <p:nvSpPr>
          <p:cNvPr id="6" name="Text Placeholder 5">
            <a:extLst>
              <a:ext uri="{FF2B5EF4-FFF2-40B4-BE49-F238E27FC236}">
                <a16:creationId xmlns:a16="http://schemas.microsoft.com/office/drawing/2014/main" id="{54E02B69-0961-47ED-F325-A22258C320F6}"/>
              </a:ext>
            </a:extLst>
          </p:cNvPr>
          <p:cNvSpPr>
            <a:spLocks noGrp="1"/>
          </p:cNvSpPr>
          <p:nvPr>
            <p:ph type="body" idx="4"/>
          </p:nvPr>
        </p:nvSpPr>
        <p:spPr/>
        <p:txBody>
          <a:bodyPr/>
          <a:lstStyle/>
          <a:p>
            <a:endParaRPr lang="en-GR"/>
          </a:p>
        </p:txBody>
      </p:sp>
      <p:sp>
        <p:nvSpPr>
          <p:cNvPr id="7" name="Online Image Placeholder 6">
            <a:extLst>
              <a:ext uri="{FF2B5EF4-FFF2-40B4-BE49-F238E27FC236}">
                <a16:creationId xmlns:a16="http://schemas.microsoft.com/office/drawing/2014/main" id="{A0FCFD97-4ED5-80F3-083D-11AD9139F63D}"/>
              </a:ext>
            </a:extLst>
          </p:cNvPr>
          <p:cNvSpPr>
            <a:spLocks noGrp="1"/>
          </p:cNvSpPr>
          <p:nvPr>
            <p:ph type="clipArt" idx="5"/>
          </p:nvPr>
        </p:nvSpPr>
        <p:spPr/>
        <p:txBody>
          <a:bodyPr/>
          <a:lstStyle/>
          <a:p>
            <a:endParaRPr lang="en-GR"/>
          </a:p>
        </p:txBody>
      </p:sp>
      <p:sp>
        <p:nvSpPr>
          <p:cNvPr id="8" name="Text Placeholder 7">
            <a:extLst>
              <a:ext uri="{FF2B5EF4-FFF2-40B4-BE49-F238E27FC236}">
                <a16:creationId xmlns:a16="http://schemas.microsoft.com/office/drawing/2014/main" id="{2A8C7B30-802D-6ABE-06F7-420C0AAB862D}"/>
              </a:ext>
            </a:extLst>
          </p:cNvPr>
          <p:cNvSpPr>
            <a:spLocks noGrp="1"/>
          </p:cNvSpPr>
          <p:nvPr>
            <p:ph type="body" idx="6"/>
          </p:nvPr>
        </p:nvSpPr>
        <p:spPr/>
        <p:txBody>
          <a:bodyPr/>
          <a:lstStyle/>
          <a:p>
            <a:endParaRPr lang="en-GR"/>
          </a:p>
        </p:txBody>
      </p:sp>
      <p:sp>
        <p:nvSpPr>
          <p:cNvPr id="2" name="Title 1">
            <a:extLst>
              <a:ext uri="{FF2B5EF4-FFF2-40B4-BE49-F238E27FC236}">
                <a16:creationId xmlns:a16="http://schemas.microsoft.com/office/drawing/2014/main" id="{F66315B9-EE07-8478-20C7-E1A609385158}"/>
              </a:ext>
            </a:extLst>
          </p:cNvPr>
          <p:cNvSpPr>
            <a:spLocks noGrp="1"/>
          </p:cNvSpPr>
          <p:nvPr>
            <p:ph type="title"/>
          </p:nvPr>
        </p:nvSpPr>
        <p:spPr/>
        <p:txBody>
          <a:bodyPr/>
          <a:lstStyle/>
          <a:p>
            <a:endParaRPr lang="en-GR"/>
          </a:p>
        </p:txBody>
      </p:sp>
      <p:sp>
        <p:nvSpPr>
          <p:cNvPr id="10" name="Online Image Placeholder 9">
            <a:extLst>
              <a:ext uri="{FF2B5EF4-FFF2-40B4-BE49-F238E27FC236}">
                <a16:creationId xmlns:a16="http://schemas.microsoft.com/office/drawing/2014/main" id="{145600DE-FF55-CD78-5AAD-8498A1E9516B}"/>
              </a:ext>
            </a:extLst>
          </p:cNvPr>
          <p:cNvSpPr>
            <a:spLocks noGrp="1"/>
          </p:cNvSpPr>
          <p:nvPr>
            <p:ph type="clipArt" idx="13"/>
          </p:nvPr>
        </p:nvSpPr>
        <p:spPr/>
        <p:txBody>
          <a:bodyPr/>
          <a:lstStyle/>
          <a:p>
            <a:endParaRPr lang="en-GR"/>
          </a:p>
        </p:txBody>
      </p:sp>
      <p:sp>
        <p:nvSpPr>
          <p:cNvPr id="324" name="Google Shape;324;p10"/>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
        <p:nvSpPr>
          <p:cNvPr id="325" name="Google Shape;325;p10"/>
          <p:cNvSpPr/>
          <p:nvPr/>
        </p:nvSpPr>
        <p:spPr>
          <a:xfrm>
            <a:off x="16010163" y="771467"/>
            <a:ext cx="1324929" cy="754510"/>
          </a:xfrm>
          <a:prstGeom prst="rect">
            <a:avLst/>
          </a:prstGeom>
          <a:noFill/>
          <a:ln>
            <a:noFill/>
          </a:ln>
        </p:spPr>
        <p:txBody>
          <a:bodyPr/>
          <a:lstStyle/>
          <a:p>
            <a:endParaRPr lang="en-GR"/>
          </a:p>
        </p:txBody>
      </p:sp>
      <p:sp>
        <p:nvSpPr>
          <p:cNvPr id="11" name="TextBox 10">
            <a:extLst>
              <a:ext uri="{FF2B5EF4-FFF2-40B4-BE49-F238E27FC236}">
                <a16:creationId xmlns:a16="http://schemas.microsoft.com/office/drawing/2014/main" id="{6BEC06FE-9EC0-89A6-3C4C-60380D31F1BD}"/>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graphicFrame>
        <p:nvGraphicFramePr>
          <p:cNvPr id="334" name="Google Shape;334;p11"/>
          <p:cNvGraphicFramePr/>
          <p:nvPr/>
        </p:nvGraphicFramePr>
        <p:xfrm>
          <a:off x="1090994" y="3512801"/>
          <a:ext cx="16115000" cy="5391150"/>
        </p:xfrm>
        <a:graphic>
          <a:graphicData uri="http://schemas.openxmlformats.org/drawingml/2006/table">
            <a:tbl>
              <a:tblPr>
                <a:noFill/>
                <a:tableStyleId>{B8D9D188-3A4A-4CAD-A163-38ACC15CF655}</a:tableStyleId>
              </a:tblPr>
              <a:tblGrid>
                <a:gridCol w="4042325">
                  <a:extLst>
                    <a:ext uri="{9D8B030D-6E8A-4147-A177-3AD203B41FA5}">
                      <a16:colId xmlns:a16="http://schemas.microsoft.com/office/drawing/2014/main" val="20000"/>
                    </a:ext>
                  </a:extLst>
                </a:gridCol>
                <a:gridCol w="4042325">
                  <a:extLst>
                    <a:ext uri="{9D8B030D-6E8A-4147-A177-3AD203B41FA5}">
                      <a16:colId xmlns:a16="http://schemas.microsoft.com/office/drawing/2014/main" val="20001"/>
                    </a:ext>
                  </a:extLst>
                </a:gridCol>
                <a:gridCol w="4042325">
                  <a:extLst>
                    <a:ext uri="{9D8B030D-6E8A-4147-A177-3AD203B41FA5}">
                      <a16:colId xmlns:a16="http://schemas.microsoft.com/office/drawing/2014/main" val="20002"/>
                    </a:ext>
                  </a:extLst>
                </a:gridCol>
                <a:gridCol w="3988025">
                  <a:extLst>
                    <a:ext uri="{9D8B030D-6E8A-4147-A177-3AD203B41FA5}">
                      <a16:colId xmlns:a16="http://schemas.microsoft.com/office/drawing/2014/main" val="20003"/>
                    </a:ext>
                  </a:extLst>
                </a:gridCol>
              </a:tblGrid>
              <a:tr h="898525">
                <a:tc>
                  <a:txBody>
                    <a:bodyPr/>
                    <a:lstStyle/>
                    <a:p>
                      <a:pPr marL="0" marR="0" lvl="0" indent="0" algn="ctr" rtl="0">
                        <a:lnSpc>
                          <a:spcPct val="140020"/>
                        </a:lnSpc>
                        <a:spcBef>
                          <a:spcPts val="0"/>
                        </a:spcBef>
                        <a:spcAft>
                          <a:spcPts val="0"/>
                        </a:spcAft>
                        <a:buNone/>
                      </a:pPr>
                      <a:r>
                        <a:rPr lang="en-US" sz="1999" b="1" u="none" strike="noStrike" cap="none" dirty="0">
                          <a:solidFill>
                            <a:srgbClr val="FFFFFF"/>
                          </a:solidFill>
                          <a:latin typeface="Google Sans"/>
                          <a:ea typeface="Google Sans"/>
                          <a:cs typeface="Google Sans"/>
                          <a:sym typeface="Google Sans"/>
                        </a:rPr>
                        <a:t>Placeholder Text</a:t>
                      </a:r>
                      <a:endParaRPr sz="1100" u="none" strike="noStrike" cap="none" dirty="0"/>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chemeClr val="accent2"/>
                    </a:solidFill>
                  </a:tcPr>
                </a:tc>
                <a:tc>
                  <a:txBody>
                    <a:bodyPr/>
                    <a:lstStyle/>
                    <a:p>
                      <a:pPr marL="0" marR="0" lvl="0" indent="0" algn="ctr" rtl="0">
                        <a:lnSpc>
                          <a:spcPct val="140020"/>
                        </a:lnSpc>
                        <a:spcBef>
                          <a:spcPts val="0"/>
                        </a:spcBef>
                        <a:spcAft>
                          <a:spcPts val="0"/>
                        </a:spcAft>
                        <a:buNone/>
                      </a:pPr>
                      <a:r>
                        <a:rPr lang="en-US" sz="1999" b="1" u="none" strike="noStrike" cap="none">
                          <a:solidFill>
                            <a:srgbClr val="FFFFFF"/>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chemeClr val="accent2"/>
                    </a:solidFill>
                  </a:tcPr>
                </a:tc>
                <a:tc>
                  <a:txBody>
                    <a:bodyPr/>
                    <a:lstStyle/>
                    <a:p>
                      <a:pPr marL="0" marR="0" lvl="0" indent="0" algn="ctr" rtl="0">
                        <a:lnSpc>
                          <a:spcPct val="140020"/>
                        </a:lnSpc>
                        <a:spcBef>
                          <a:spcPts val="0"/>
                        </a:spcBef>
                        <a:spcAft>
                          <a:spcPts val="0"/>
                        </a:spcAft>
                        <a:buNone/>
                      </a:pPr>
                      <a:r>
                        <a:rPr lang="en-US" sz="1999" b="1" u="none" strike="noStrike" cap="none">
                          <a:solidFill>
                            <a:srgbClr val="FFFFFF"/>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chemeClr val="accent2"/>
                    </a:solidFill>
                  </a:tcPr>
                </a:tc>
                <a:tc>
                  <a:txBody>
                    <a:bodyPr/>
                    <a:lstStyle/>
                    <a:p>
                      <a:pPr marL="0" marR="0" lvl="0" indent="0" algn="ctr" rtl="0">
                        <a:lnSpc>
                          <a:spcPct val="140020"/>
                        </a:lnSpc>
                        <a:spcBef>
                          <a:spcPts val="0"/>
                        </a:spcBef>
                        <a:spcAft>
                          <a:spcPts val="0"/>
                        </a:spcAft>
                        <a:buNone/>
                      </a:pPr>
                      <a:r>
                        <a:rPr lang="en-US" sz="1999" b="1" u="none" strike="noStrike" cap="none">
                          <a:solidFill>
                            <a:srgbClr val="FFFFFF"/>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89852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extLst>
                  <a:ext uri="{0D108BD9-81ED-4DB2-BD59-A6C34878D82A}">
                    <a16:rowId xmlns:a16="http://schemas.microsoft.com/office/drawing/2014/main" val="10001"/>
                  </a:ext>
                </a:extLst>
              </a:tr>
              <a:tr h="89852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extLst>
                  <a:ext uri="{0D108BD9-81ED-4DB2-BD59-A6C34878D82A}">
                    <a16:rowId xmlns:a16="http://schemas.microsoft.com/office/drawing/2014/main" val="10002"/>
                  </a:ext>
                </a:extLst>
              </a:tr>
              <a:tr h="89852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extLst>
                  <a:ext uri="{0D108BD9-81ED-4DB2-BD59-A6C34878D82A}">
                    <a16:rowId xmlns:a16="http://schemas.microsoft.com/office/drawing/2014/main" val="10003"/>
                  </a:ext>
                </a:extLst>
              </a:tr>
              <a:tr h="89852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extLst>
                  <a:ext uri="{0D108BD9-81ED-4DB2-BD59-A6C34878D82A}">
                    <a16:rowId xmlns:a16="http://schemas.microsoft.com/office/drawing/2014/main" val="10004"/>
                  </a:ext>
                </a:extLst>
              </a:tr>
              <a:tr h="898525">
                <a:tc>
                  <a:txBody>
                    <a:bodyPr/>
                    <a:lstStyle/>
                    <a:p>
                      <a:pPr marL="0" marR="0" lvl="0" indent="0" algn="ctr" rtl="0">
                        <a:lnSpc>
                          <a:spcPct val="140000"/>
                        </a:lnSpc>
                        <a:spcBef>
                          <a:spcPts val="0"/>
                        </a:spcBef>
                        <a:spcAft>
                          <a:spcPts val="0"/>
                        </a:spcAft>
                        <a:buNone/>
                      </a:pPr>
                      <a:r>
                        <a:rPr lang="en-US" sz="2000" u="none" strike="noStrike" cap="none" dirty="0">
                          <a:solidFill>
                            <a:srgbClr val="16364D"/>
                          </a:solidFill>
                          <a:latin typeface="Google Sans"/>
                          <a:ea typeface="Google Sans"/>
                          <a:cs typeface="Google Sans"/>
                          <a:sym typeface="Google Sans"/>
                        </a:rPr>
                        <a:t>Placeholder text</a:t>
                      </a:r>
                      <a:endParaRPr sz="1100" u="none" strike="noStrike" cap="none" dirty="0"/>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tc>
                  <a:txBody>
                    <a:bodyPr/>
                    <a:lstStyle/>
                    <a:p>
                      <a:pPr marL="0" marR="0" lvl="0" indent="0" algn="ctr" rtl="0">
                        <a:lnSpc>
                          <a:spcPct val="140000"/>
                        </a:lnSpc>
                        <a:spcBef>
                          <a:spcPts val="0"/>
                        </a:spcBef>
                        <a:spcAft>
                          <a:spcPts val="0"/>
                        </a:spcAft>
                        <a:buNone/>
                      </a:pPr>
                      <a:r>
                        <a:rPr lang="en-US" sz="2000" u="none" strike="noStrike" cap="none" dirty="0">
                          <a:solidFill>
                            <a:srgbClr val="16364D"/>
                          </a:solidFill>
                          <a:latin typeface="Google Sans"/>
                          <a:ea typeface="Google Sans"/>
                          <a:cs typeface="Google Sans"/>
                          <a:sym typeface="Google Sans"/>
                        </a:rPr>
                        <a:t>Placeholder text</a:t>
                      </a:r>
                      <a:endParaRPr sz="1100" u="none" strike="noStrike" cap="none" dirty="0"/>
                    </a:p>
                  </a:txBody>
                  <a:tcPr marL="76200" marR="76200" marT="76200" marB="76200" anchor="ctr">
                    <a:lnL w="9525" cap="flat" cmpd="sng">
                      <a:solidFill>
                        <a:srgbClr val="FFD699"/>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FFD699"/>
                      </a:solidFill>
                      <a:prstDash val="solid"/>
                      <a:round/>
                      <a:headEnd type="none" w="sm" len="sm"/>
                      <a:tailEnd type="none" w="sm" len="sm"/>
                    </a:lnB>
                    <a:solidFill>
                      <a:srgbClr val="F3F4F4"/>
                    </a:solidFill>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EE2707A6-6F13-D309-C1C6-10FD4D0E03D6}"/>
              </a:ext>
            </a:extLst>
          </p:cNvPr>
          <p:cNvSpPr>
            <a:spLocks noGrp="1"/>
          </p:cNvSpPr>
          <p:nvPr>
            <p:ph type="title"/>
          </p:nvPr>
        </p:nvSpPr>
        <p:spPr/>
        <p:txBody>
          <a:bodyPr/>
          <a:lstStyle/>
          <a:p>
            <a:endParaRPr lang="en-GR"/>
          </a:p>
        </p:txBody>
      </p:sp>
      <p:sp>
        <p:nvSpPr>
          <p:cNvPr id="3" name="Online Image Placeholder 2">
            <a:extLst>
              <a:ext uri="{FF2B5EF4-FFF2-40B4-BE49-F238E27FC236}">
                <a16:creationId xmlns:a16="http://schemas.microsoft.com/office/drawing/2014/main" id="{A33DFE39-F2BB-BB81-BF5F-D798990D0FA3}"/>
              </a:ext>
            </a:extLst>
          </p:cNvPr>
          <p:cNvSpPr>
            <a:spLocks noGrp="1"/>
          </p:cNvSpPr>
          <p:nvPr>
            <p:ph type="clipArt" idx="2"/>
          </p:nvPr>
        </p:nvSpPr>
        <p:spPr/>
        <p:txBody>
          <a:bodyPr/>
          <a:lstStyle/>
          <a:p>
            <a:endParaRPr lang="en-GR"/>
          </a:p>
        </p:txBody>
      </p:sp>
      <p:sp>
        <p:nvSpPr>
          <p:cNvPr id="4" name="TextBox 3">
            <a:extLst>
              <a:ext uri="{FF2B5EF4-FFF2-40B4-BE49-F238E27FC236}">
                <a16:creationId xmlns:a16="http://schemas.microsoft.com/office/drawing/2014/main" id="{23DE6280-D84C-9027-78F7-9F62CFB231F9}"/>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8" name="Google Shape;324;p10">
            <a:extLst>
              <a:ext uri="{FF2B5EF4-FFF2-40B4-BE49-F238E27FC236}">
                <a16:creationId xmlns:a16="http://schemas.microsoft.com/office/drawing/2014/main" id="{C690B2B2-7200-7A86-26C6-A06751CB5595}"/>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graphicFrame>
        <p:nvGraphicFramePr>
          <p:cNvPr id="346" name="Google Shape;346;p12"/>
          <p:cNvGraphicFramePr/>
          <p:nvPr/>
        </p:nvGraphicFramePr>
        <p:xfrm>
          <a:off x="1090994" y="3771900"/>
          <a:ext cx="16115000" cy="4953000"/>
        </p:xfrm>
        <a:graphic>
          <a:graphicData uri="http://schemas.openxmlformats.org/drawingml/2006/table">
            <a:tbl>
              <a:tblPr>
                <a:noFill/>
                <a:tableStyleId>{B8D9D188-3A4A-4CAD-A163-38ACC15CF655}</a:tableStyleId>
              </a:tblPr>
              <a:tblGrid>
                <a:gridCol w="4042325">
                  <a:extLst>
                    <a:ext uri="{9D8B030D-6E8A-4147-A177-3AD203B41FA5}">
                      <a16:colId xmlns:a16="http://schemas.microsoft.com/office/drawing/2014/main" val="20000"/>
                    </a:ext>
                  </a:extLst>
                </a:gridCol>
                <a:gridCol w="4042325">
                  <a:extLst>
                    <a:ext uri="{9D8B030D-6E8A-4147-A177-3AD203B41FA5}">
                      <a16:colId xmlns:a16="http://schemas.microsoft.com/office/drawing/2014/main" val="20001"/>
                    </a:ext>
                  </a:extLst>
                </a:gridCol>
                <a:gridCol w="4042325">
                  <a:extLst>
                    <a:ext uri="{9D8B030D-6E8A-4147-A177-3AD203B41FA5}">
                      <a16:colId xmlns:a16="http://schemas.microsoft.com/office/drawing/2014/main" val="20002"/>
                    </a:ext>
                  </a:extLst>
                </a:gridCol>
                <a:gridCol w="3988025">
                  <a:extLst>
                    <a:ext uri="{9D8B030D-6E8A-4147-A177-3AD203B41FA5}">
                      <a16:colId xmlns:a16="http://schemas.microsoft.com/office/drawing/2014/main" val="20003"/>
                    </a:ext>
                  </a:extLst>
                </a:gridCol>
              </a:tblGrid>
              <a:tr h="819150">
                <a:tc>
                  <a:txBody>
                    <a:bodyPr/>
                    <a:lstStyle/>
                    <a:p>
                      <a:pPr marL="0" marR="0" lvl="0" indent="0" algn="ctr" rtl="0">
                        <a:lnSpc>
                          <a:spcPct val="140020"/>
                        </a:lnSpc>
                        <a:spcBef>
                          <a:spcPts val="0"/>
                        </a:spcBef>
                        <a:spcAft>
                          <a:spcPts val="0"/>
                        </a:spcAft>
                        <a:buNone/>
                      </a:pPr>
                      <a:r>
                        <a:rPr lang="en-US" sz="1999" b="1"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20"/>
                        </a:lnSpc>
                        <a:spcBef>
                          <a:spcPts val="0"/>
                        </a:spcBef>
                        <a:spcAft>
                          <a:spcPts val="0"/>
                        </a:spcAft>
                        <a:buNone/>
                      </a:pPr>
                      <a:r>
                        <a:rPr lang="en-US" sz="1999" b="1"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20"/>
                        </a:lnSpc>
                        <a:spcBef>
                          <a:spcPts val="0"/>
                        </a:spcBef>
                        <a:spcAft>
                          <a:spcPts val="0"/>
                        </a:spcAft>
                        <a:buNone/>
                      </a:pPr>
                      <a:r>
                        <a:rPr lang="en-US" sz="1999" b="1"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20"/>
                        </a:lnSpc>
                        <a:spcBef>
                          <a:spcPts val="0"/>
                        </a:spcBef>
                        <a:spcAft>
                          <a:spcPts val="0"/>
                        </a:spcAft>
                        <a:buNone/>
                      </a:pPr>
                      <a:r>
                        <a:rPr lang="en-US" sz="1999" b="1"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FFD699"/>
                      </a:solidFill>
                      <a:prstDash val="solid"/>
                      <a:round/>
                      <a:headEnd type="none" w="sm" len="sm"/>
                      <a:tailEnd type="none" w="sm" len="sm"/>
                    </a:lnT>
                    <a:lnB w="9525" cap="flat" cmpd="sng">
                      <a:solidFill>
                        <a:srgbClr val="55788E"/>
                      </a:solidFill>
                      <a:prstDash val="solid"/>
                      <a:round/>
                      <a:headEnd type="none" w="sm" len="sm"/>
                      <a:tailEnd type="none" w="sm" len="sm"/>
                    </a:lnB>
                  </a:tcPr>
                </a:tc>
                <a:extLst>
                  <a:ext uri="{0D108BD9-81ED-4DB2-BD59-A6C34878D82A}">
                    <a16:rowId xmlns:a16="http://schemas.microsoft.com/office/drawing/2014/main" val="10000"/>
                  </a:ext>
                </a:extLst>
              </a:tr>
              <a:tr h="82867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extLst>
                  <a:ext uri="{0D108BD9-81ED-4DB2-BD59-A6C34878D82A}">
                    <a16:rowId xmlns:a16="http://schemas.microsoft.com/office/drawing/2014/main" val="10001"/>
                  </a:ext>
                </a:extLst>
              </a:tr>
              <a:tr h="82867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extLst>
                  <a:ext uri="{0D108BD9-81ED-4DB2-BD59-A6C34878D82A}">
                    <a16:rowId xmlns:a16="http://schemas.microsoft.com/office/drawing/2014/main" val="10002"/>
                  </a:ext>
                </a:extLst>
              </a:tr>
              <a:tr h="82867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extLst>
                  <a:ext uri="{0D108BD9-81ED-4DB2-BD59-A6C34878D82A}">
                    <a16:rowId xmlns:a16="http://schemas.microsoft.com/office/drawing/2014/main" val="10003"/>
                  </a:ext>
                </a:extLst>
              </a:tr>
              <a:tr h="828675">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55788E"/>
                      </a:solidFill>
                      <a:prstDash val="solid"/>
                      <a:round/>
                      <a:headEnd type="none" w="sm" len="sm"/>
                      <a:tailEnd type="none" w="sm" len="sm"/>
                    </a:lnB>
                  </a:tcPr>
                </a:tc>
                <a:extLst>
                  <a:ext uri="{0D108BD9-81ED-4DB2-BD59-A6C34878D82A}">
                    <a16:rowId xmlns:a16="http://schemas.microsoft.com/office/drawing/2014/main" val="10004"/>
                  </a:ext>
                </a:extLst>
              </a:tr>
              <a:tr h="819150">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FFD699"/>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55788E"/>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FFD699"/>
                      </a:solidFill>
                      <a:prstDash val="solid"/>
                      <a:round/>
                      <a:headEnd type="none" w="sm" len="sm"/>
                      <a:tailEnd type="none" w="sm" len="sm"/>
                    </a:lnB>
                  </a:tcPr>
                </a:tc>
                <a:tc>
                  <a:txBody>
                    <a:bodyPr/>
                    <a:lstStyle/>
                    <a:p>
                      <a:pPr marL="0" marR="0" lvl="0" indent="0" algn="ctr" rtl="0">
                        <a:lnSpc>
                          <a:spcPct val="140000"/>
                        </a:lnSpc>
                        <a:spcBef>
                          <a:spcPts val="0"/>
                        </a:spcBef>
                        <a:spcAft>
                          <a:spcPts val="0"/>
                        </a:spcAft>
                        <a:buNone/>
                      </a:pPr>
                      <a:r>
                        <a:rPr lang="en-US" sz="2000" u="none" strike="noStrike" cap="none">
                          <a:solidFill>
                            <a:srgbClr val="16364D"/>
                          </a:solidFill>
                          <a:latin typeface="Google Sans"/>
                          <a:ea typeface="Google Sans"/>
                          <a:cs typeface="Google Sans"/>
                          <a:sym typeface="Google Sans"/>
                        </a:rPr>
                        <a:t>Placeholder text</a:t>
                      </a:r>
                      <a:endParaRPr sz="1100" u="none" strike="noStrike" cap="none"/>
                    </a:p>
                  </a:txBody>
                  <a:tcPr marL="76200" marR="76200" marT="76200" marB="76200" anchor="ctr">
                    <a:lnL w="9525" cap="flat" cmpd="sng">
                      <a:solidFill>
                        <a:srgbClr val="55788E"/>
                      </a:solidFill>
                      <a:prstDash val="solid"/>
                      <a:round/>
                      <a:headEnd type="none" w="sm" len="sm"/>
                      <a:tailEnd type="none" w="sm" len="sm"/>
                    </a:lnL>
                    <a:lnR w="9525" cap="flat" cmpd="sng">
                      <a:solidFill>
                        <a:srgbClr val="FFD699"/>
                      </a:solidFill>
                      <a:prstDash val="solid"/>
                      <a:round/>
                      <a:headEnd type="none" w="sm" len="sm"/>
                      <a:tailEnd type="none" w="sm" len="sm"/>
                    </a:lnR>
                    <a:lnT w="9525" cap="flat" cmpd="sng">
                      <a:solidFill>
                        <a:srgbClr val="55788E"/>
                      </a:solidFill>
                      <a:prstDash val="solid"/>
                      <a:round/>
                      <a:headEnd type="none" w="sm" len="sm"/>
                      <a:tailEnd type="none" w="sm" len="sm"/>
                    </a:lnT>
                    <a:lnB w="9525" cap="flat" cmpd="sng">
                      <a:solidFill>
                        <a:srgbClr val="FFD699"/>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BE413206-259D-BE60-B6C1-3A7F89E0C6D4}"/>
              </a:ext>
            </a:extLst>
          </p:cNvPr>
          <p:cNvSpPr>
            <a:spLocks noGrp="1"/>
          </p:cNvSpPr>
          <p:nvPr>
            <p:ph type="title"/>
          </p:nvPr>
        </p:nvSpPr>
        <p:spPr/>
        <p:txBody>
          <a:bodyPr/>
          <a:lstStyle/>
          <a:p>
            <a:endParaRPr lang="en-GR"/>
          </a:p>
        </p:txBody>
      </p:sp>
      <p:sp>
        <p:nvSpPr>
          <p:cNvPr id="4" name="Online Image Placeholder 3">
            <a:extLst>
              <a:ext uri="{FF2B5EF4-FFF2-40B4-BE49-F238E27FC236}">
                <a16:creationId xmlns:a16="http://schemas.microsoft.com/office/drawing/2014/main" id="{8C3C6D44-198A-1428-D432-CBDE9335D560}"/>
              </a:ext>
            </a:extLst>
          </p:cNvPr>
          <p:cNvSpPr>
            <a:spLocks noGrp="1"/>
          </p:cNvSpPr>
          <p:nvPr>
            <p:ph type="clipArt" idx="2"/>
          </p:nvPr>
        </p:nvSpPr>
        <p:spPr/>
        <p:txBody>
          <a:bodyPr/>
          <a:lstStyle/>
          <a:p>
            <a:endParaRPr lang="en-GR"/>
          </a:p>
        </p:txBody>
      </p:sp>
      <p:sp>
        <p:nvSpPr>
          <p:cNvPr id="5" name="TextBox 4">
            <a:extLst>
              <a:ext uri="{FF2B5EF4-FFF2-40B4-BE49-F238E27FC236}">
                <a16:creationId xmlns:a16="http://schemas.microsoft.com/office/drawing/2014/main" id="{0E0731F7-1348-00A4-58AC-C5D73B08BE9B}"/>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6" name="Google Shape;324;p10">
            <a:extLst>
              <a:ext uri="{FF2B5EF4-FFF2-40B4-BE49-F238E27FC236}">
                <a16:creationId xmlns:a16="http://schemas.microsoft.com/office/drawing/2014/main" id="{269168F5-5BA3-280B-1B91-C0190B334E75}"/>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 name="Text Placeholder 2">
            <a:extLst>
              <a:ext uri="{FF2B5EF4-FFF2-40B4-BE49-F238E27FC236}">
                <a16:creationId xmlns:a16="http://schemas.microsoft.com/office/drawing/2014/main" id="{330BEDD4-0F70-5F19-BF71-39778A3B7EBD}"/>
              </a:ext>
            </a:extLst>
          </p:cNvPr>
          <p:cNvSpPr>
            <a:spLocks noGrp="1"/>
          </p:cNvSpPr>
          <p:nvPr>
            <p:ph type="body" idx="1"/>
          </p:nvPr>
        </p:nvSpPr>
        <p:spPr/>
        <p:txBody>
          <a:bodyPr/>
          <a:lstStyle/>
          <a:p>
            <a:endParaRPr lang="en-GR"/>
          </a:p>
        </p:txBody>
      </p:sp>
      <p:sp>
        <p:nvSpPr>
          <p:cNvPr id="4" name="Text Placeholder 3">
            <a:extLst>
              <a:ext uri="{FF2B5EF4-FFF2-40B4-BE49-F238E27FC236}">
                <a16:creationId xmlns:a16="http://schemas.microsoft.com/office/drawing/2014/main" id="{A0FB7DD5-33F8-9C22-61E0-0873C38D5087}"/>
              </a:ext>
            </a:extLst>
          </p:cNvPr>
          <p:cNvSpPr>
            <a:spLocks noGrp="1"/>
          </p:cNvSpPr>
          <p:nvPr>
            <p:ph type="body" idx="2"/>
          </p:nvPr>
        </p:nvSpPr>
        <p:spPr/>
        <p:txBody>
          <a:bodyPr/>
          <a:lstStyle/>
          <a:p>
            <a:endParaRPr lang="en-GR"/>
          </a:p>
        </p:txBody>
      </p:sp>
      <p:sp>
        <p:nvSpPr>
          <p:cNvPr id="5" name="Text Placeholder 4">
            <a:extLst>
              <a:ext uri="{FF2B5EF4-FFF2-40B4-BE49-F238E27FC236}">
                <a16:creationId xmlns:a16="http://schemas.microsoft.com/office/drawing/2014/main" id="{B54CB368-65DA-5739-08E8-046086778AD8}"/>
              </a:ext>
            </a:extLst>
          </p:cNvPr>
          <p:cNvSpPr>
            <a:spLocks noGrp="1"/>
          </p:cNvSpPr>
          <p:nvPr>
            <p:ph type="body" idx="3"/>
          </p:nvPr>
        </p:nvSpPr>
        <p:spPr/>
        <p:txBody>
          <a:bodyPr/>
          <a:lstStyle/>
          <a:p>
            <a:endParaRPr lang="en-GR"/>
          </a:p>
        </p:txBody>
      </p:sp>
      <p:sp>
        <p:nvSpPr>
          <p:cNvPr id="6" name="Text Placeholder 5">
            <a:extLst>
              <a:ext uri="{FF2B5EF4-FFF2-40B4-BE49-F238E27FC236}">
                <a16:creationId xmlns:a16="http://schemas.microsoft.com/office/drawing/2014/main" id="{614FCEF7-1F77-A696-F542-95A32C2E3C9B}"/>
              </a:ext>
            </a:extLst>
          </p:cNvPr>
          <p:cNvSpPr>
            <a:spLocks noGrp="1"/>
          </p:cNvSpPr>
          <p:nvPr>
            <p:ph type="body" idx="4"/>
          </p:nvPr>
        </p:nvSpPr>
        <p:spPr/>
        <p:txBody>
          <a:bodyPr/>
          <a:lstStyle/>
          <a:p>
            <a:endParaRPr lang="en-GR"/>
          </a:p>
        </p:txBody>
      </p:sp>
      <p:sp>
        <p:nvSpPr>
          <p:cNvPr id="7" name="Text Placeholder 6">
            <a:extLst>
              <a:ext uri="{FF2B5EF4-FFF2-40B4-BE49-F238E27FC236}">
                <a16:creationId xmlns:a16="http://schemas.microsoft.com/office/drawing/2014/main" id="{58EE8980-EBF5-D04B-959C-4B06C2CCE1F4}"/>
              </a:ext>
            </a:extLst>
          </p:cNvPr>
          <p:cNvSpPr>
            <a:spLocks noGrp="1"/>
          </p:cNvSpPr>
          <p:nvPr>
            <p:ph type="body" idx="5"/>
          </p:nvPr>
        </p:nvSpPr>
        <p:spPr/>
        <p:txBody>
          <a:bodyPr/>
          <a:lstStyle/>
          <a:p>
            <a:endParaRPr lang="en-GR"/>
          </a:p>
        </p:txBody>
      </p:sp>
      <p:sp>
        <p:nvSpPr>
          <p:cNvPr id="8" name="Text Placeholder 7">
            <a:extLst>
              <a:ext uri="{FF2B5EF4-FFF2-40B4-BE49-F238E27FC236}">
                <a16:creationId xmlns:a16="http://schemas.microsoft.com/office/drawing/2014/main" id="{29EE30BB-4485-2AEA-0557-840AA78C771C}"/>
              </a:ext>
            </a:extLst>
          </p:cNvPr>
          <p:cNvSpPr>
            <a:spLocks noGrp="1"/>
          </p:cNvSpPr>
          <p:nvPr>
            <p:ph type="body" idx="6"/>
          </p:nvPr>
        </p:nvSpPr>
        <p:spPr/>
        <p:txBody>
          <a:bodyPr/>
          <a:lstStyle/>
          <a:p>
            <a:endParaRPr lang="en-GR"/>
          </a:p>
        </p:txBody>
      </p:sp>
      <p:sp>
        <p:nvSpPr>
          <p:cNvPr id="9" name="Text Placeholder 8">
            <a:extLst>
              <a:ext uri="{FF2B5EF4-FFF2-40B4-BE49-F238E27FC236}">
                <a16:creationId xmlns:a16="http://schemas.microsoft.com/office/drawing/2014/main" id="{8EE7BEC9-A6CF-84DE-5A7F-8009057A6149}"/>
              </a:ext>
            </a:extLst>
          </p:cNvPr>
          <p:cNvSpPr>
            <a:spLocks noGrp="1"/>
          </p:cNvSpPr>
          <p:nvPr>
            <p:ph type="body" idx="7"/>
          </p:nvPr>
        </p:nvSpPr>
        <p:spPr/>
        <p:txBody>
          <a:bodyPr/>
          <a:lstStyle/>
          <a:p>
            <a:endParaRPr lang="en-GR"/>
          </a:p>
        </p:txBody>
      </p:sp>
      <p:sp>
        <p:nvSpPr>
          <p:cNvPr id="11" name="Text Placeholder 10">
            <a:extLst>
              <a:ext uri="{FF2B5EF4-FFF2-40B4-BE49-F238E27FC236}">
                <a16:creationId xmlns:a16="http://schemas.microsoft.com/office/drawing/2014/main" id="{83EBE4C1-4D27-B3E4-0743-450591ADDE8E}"/>
              </a:ext>
            </a:extLst>
          </p:cNvPr>
          <p:cNvSpPr>
            <a:spLocks noGrp="1"/>
          </p:cNvSpPr>
          <p:nvPr>
            <p:ph type="body" idx="9"/>
          </p:nvPr>
        </p:nvSpPr>
        <p:spPr/>
        <p:txBody>
          <a:bodyPr/>
          <a:lstStyle/>
          <a:p>
            <a:endParaRPr lang="en-GR"/>
          </a:p>
        </p:txBody>
      </p:sp>
      <p:sp>
        <p:nvSpPr>
          <p:cNvPr id="2" name="Title 1">
            <a:extLst>
              <a:ext uri="{FF2B5EF4-FFF2-40B4-BE49-F238E27FC236}">
                <a16:creationId xmlns:a16="http://schemas.microsoft.com/office/drawing/2014/main" id="{C38145B8-2342-9087-1DCD-E4780321A115}"/>
              </a:ext>
            </a:extLst>
          </p:cNvPr>
          <p:cNvSpPr>
            <a:spLocks noGrp="1"/>
          </p:cNvSpPr>
          <p:nvPr>
            <p:ph type="title"/>
          </p:nvPr>
        </p:nvSpPr>
        <p:spPr/>
        <p:txBody>
          <a:bodyPr/>
          <a:lstStyle/>
          <a:p>
            <a:endParaRPr lang="en-GR"/>
          </a:p>
        </p:txBody>
      </p:sp>
      <p:sp>
        <p:nvSpPr>
          <p:cNvPr id="12" name="Online Image Placeholder 11">
            <a:extLst>
              <a:ext uri="{FF2B5EF4-FFF2-40B4-BE49-F238E27FC236}">
                <a16:creationId xmlns:a16="http://schemas.microsoft.com/office/drawing/2014/main" id="{31A6E8E9-F356-1569-9D87-3B83AAD86CB4}"/>
              </a:ext>
            </a:extLst>
          </p:cNvPr>
          <p:cNvSpPr>
            <a:spLocks noGrp="1"/>
          </p:cNvSpPr>
          <p:nvPr>
            <p:ph type="clipArt" idx="13"/>
          </p:nvPr>
        </p:nvSpPr>
        <p:spPr/>
        <p:txBody>
          <a:bodyPr/>
          <a:lstStyle/>
          <a:p>
            <a:endParaRPr lang="en-GR"/>
          </a:p>
        </p:txBody>
      </p:sp>
      <p:sp>
        <p:nvSpPr>
          <p:cNvPr id="368" name="Google Shape;368;p13"/>
          <p:cNvSpPr/>
          <p:nvPr/>
        </p:nvSpPr>
        <p:spPr>
          <a:xfrm>
            <a:off x="16010163" y="771467"/>
            <a:ext cx="1324929" cy="754510"/>
          </a:xfrm>
          <a:prstGeom prst="rect">
            <a:avLst/>
          </a:prstGeom>
          <a:noFill/>
          <a:ln>
            <a:noFill/>
          </a:ln>
        </p:spPr>
        <p:txBody>
          <a:bodyPr/>
          <a:lstStyle/>
          <a:p>
            <a:endParaRPr lang="en-GR"/>
          </a:p>
        </p:txBody>
      </p:sp>
      <p:sp>
        <p:nvSpPr>
          <p:cNvPr id="13" name="TextBox 12">
            <a:extLst>
              <a:ext uri="{FF2B5EF4-FFF2-40B4-BE49-F238E27FC236}">
                <a16:creationId xmlns:a16="http://schemas.microsoft.com/office/drawing/2014/main" id="{A205E249-CE1B-6E10-ABBA-0607C9C3C35B}"/>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14" name="Google Shape;324;p10">
            <a:extLst>
              <a:ext uri="{FF2B5EF4-FFF2-40B4-BE49-F238E27FC236}">
                <a16:creationId xmlns:a16="http://schemas.microsoft.com/office/drawing/2014/main" id="{7D6B2DF2-1139-DF73-0C9C-D330BF465738}"/>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2" name="Title 1">
            <a:extLst>
              <a:ext uri="{FF2B5EF4-FFF2-40B4-BE49-F238E27FC236}">
                <a16:creationId xmlns:a16="http://schemas.microsoft.com/office/drawing/2014/main" id="{C3D26FAB-70B2-2A97-9251-2DB3CC191EB3}"/>
              </a:ext>
            </a:extLst>
          </p:cNvPr>
          <p:cNvSpPr>
            <a:spLocks noGrp="1"/>
          </p:cNvSpPr>
          <p:nvPr>
            <p:ph type="title"/>
          </p:nvPr>
        </p:nvSpPr>
        <p:spPr/>
        <p:txBody>
          <a:bodyPr/>
          <a:lstStyle/>
          <a:p>
            <a:endParaRPr lang="en-GR"/>
          </a:p>
        </p:txBody>
      </p:sp>
      <p:sp>
        <p:nvSpPr>
          <p:cNvPr id="4" name="Online Image Placeholder 3">
            <a:extLst>
              <a:ext uri="{FF2B5EF4-FFF2-40B4-BE49-F238E27FC236}">
                <a16:creationId xmlns:a16="http://schemas.microsoft.com/office/drawing/2014/main" id="{B0845DDC-CF3F-6F3F-1A95-AB82A483A978}"/>
              </a:ext>
            </a:extLst>
          </p:cNvPr>
          <p:cNvSpPr>
            <a:spLocks noGrp="1"/>
          </p:cNvSpPr>
          <p:nvPr>
            <p:ph type="clipArt" idx="2"/>
          </p:nvPr>
        </p:nvSpPr>
        <p:spPr/>
        <p:txBody>
          <a:bodyPr/>
          <a:lstStyle/>
          <a:p>
            <a:endParaRPr lang="en-GR"/>
          </a:p>
        </p:txBody>
      </p:sp>
      <p:grpSp>
        <p:nvGrpSpPr>
          <p:cNvPr id="379" name="Google Shape;379;p14"/>
          <p:cNvGrpSpPr/>
          <p:nvPr/>
        </p:nvGrpSpPr>
        <p:grpSpPr>
          <a:xfrm>
            <a:off x="1069871" y="4153266"/>
            <a:ext cx="7690057" cy="4342665"/>
            <a:chOff x="1603271" y="366"/>
            <a:chExt cx="7690057" cy="4342665"/>
          </a:xfrm>
        </p:grpSpPr>
        <p:sp>
          <p:nvSpPr>
            <p:cNvPr id="380" name="Google Shape;380;p14"/>
            <p:cNvSpPr/>
            <p:nvPr/>
          </p:nvSpPr>
          <p:spPr>
            <a:xfrm rot="10800000">
              <a:off x="2047089" y="366"/>
              <a:ext cx="7246239" cy="887636"/>
            </a:xfrm>
            <a:prstGeom prst="homePlate">
              <a:avLst>
                <a:gd name="adj" fmla="val 50000"/>
              </a:avLst>
            </a:prstGeom>
            <a:solidFill>
              <a:srgbClr val="0065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4"/>
            <p:cNvSpPr txBox="1"/>
            <p:nvPr/>
          </p:nvSpPr>
          <p:spPr>
            <a:xfrm>
              <a:off x="2268998" y="366"/>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dirty="0">
                <a:solidFill>
                  <a:schemeClr val="lt1"/>
                </a:solidFill>
                <a:latin typeface="Google Sans Flex Medium"/>
                <a:ea typeface="Google Sans Flex Medium"/>
                <a:cs typeface="Google Sans Flex Medium"/>
                <a:sym typeface="Google Sans Flex Medium"/>
              </a:endParaRPr>
            </a:p>
          </p:txBody>
        </p:sp>
        <p:sp>
          <p:nvSpPr>
            <p:cNvPr id="382" name="Google Shape;382;p14"/>
            <p:cNvSpPr/>
            <p:nvPr/>
          </p:nvSpPr>
          <p:spPr>
            <a:xfrm>
              <a:off x="1603271" y="366"/>
              <a:ext cx="887636" cy="887636"/>
            </a:xfrm>
            <a:prstGeom prst="ellipse">
              <a:avLst/>
            </a:prstGeom>
            <a:solidFill>
              <a:srgbClr val="BAC5C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14"/>
            <p:cNvSpPr/>
            <p:nvPr/>
          </p:nvSpPr>
          <p:spPr>
            <a:xfrm rot="10800000">
              <a:off x="2047089" y="1152043"/>
              <a:ext cx="7246239" cy="887636"/>
            </a:xfrm>
            <a:prstGeom prst="homePlate">
              <a:avLst>
                <a:gd name="adj" fmla="val 50000"/>
              </a:avLst>
            </a:prstGeom>
            <a:solidFill>
              <a:srgbClr val="BE483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4"/>
            <p:cNvSpPr txBox="1"/>
            <p:nvPr/>
          </p:nvSpPr>
          <p:spPr>
            <a:xfrm>
              <a:off x="2268998" y="1152043"/>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385" name="Google Shape;385;p14"/>
            <p:cNvSpPr/>
            <p:nvPr/>
          </p:nvSpPr>
          <p:spPr>
            <a:xfrm>
              <a:off x="1603271" y="1152043"/>
              <a:ext cx="887636" cy="887636"/>
            </a:xfrm>
            <a:prstGeom prst="ellipse">
              <a:avLst/>
            </a:prstGeom>
            <a:solidFill>
              <a:srgbClr val="E1BFB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rot="10800000">
              <a:off x="2047089" y="2303719"/>
              <a:ext cx="7246239" cy="887636"/>
            </a:xfrm>
            <a:prstGeom prst="homePlate">
              <a:avLst>
                <a:gd name="adj" fmla="val 50000"/>
              </a:avLst>
            </a:prstGeom>
            <a:solidFill>
              <a:srgbClr val="FBAA1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4"/>
            <p:cNvSpPr txBox="1"/>
            <p:nvPr/>
          </p:nvSpPr>
          <p:spPr>
            <a:xfrm>
              <a:off x="2268998" y="2303719"/>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dk2"/>
                </a:solidFill>
                <a:latin typeface="Google Sans Flex Medium"/>
                <a:ea typeface="Google Sans Flex Medium"/>
                <a:cs typeface="Google Sans Flex Medium"/>
                <a:sym typeface="Google Sans Flex Medium"/>
              </a:endParaRPr>
            </a:p>
          </p:txBody>
        </p:sp>
        <p:sp>
          <p:nvSpPr>
            <p:cNvPr id="388" name="Google Shape;388;p14"/>
            <p:cNvSpPr/>
            <p:nvPr/>
          </p:nvSpPr>
          <p:spPr>
            <a:xfrm>
              <a:off x="1603271" y="2303719"/>
              <a:ext cx="887636" cy="887636"/>
            </a:xfrm>
            <a:prstGeom prst="ellipse">
              <a:avLst/>
            </a:prstGeom>
            <a:solidFill>
              <a:srgbClr val="FDDA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4"/>
            <p:cNvSpPr/>
            <p:nvPr/>
          </p:nvSpPr>
          <p:spPr>
            <a:xfrm rot="10800000">
              <a:off x="2047089" y="3455395"/>
              <a:ext cx="7246239" cy="887636"/>
            </a:xfrm>
            <a:prstGeom prst="homePlate">
              <a:avLst>
                <a:gd name="adj" fmla="val 50000"/>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4"/>
            <p:cNvSpPr txBox="1"/>
            <p:nvPr/>
          </p:nvSpPr>
          <p:spPr>
            <a:xfrm>
              <a:off x="2268998" y="3455395"/>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391" name="Google Shape;391;p14"/>
            <p:cNvSpPr/>
            <p:nvPr/>
          </p:nvSpPr>
          <p:spPr>
            <a:xfrm>
              <a:off x="1603271" y="3455395"/>
              <a:ext cx="887636" cy="887636"/>
            </a:xfrm>
            <a:prstGeom prst="ellipse">
              <a:avLst/>
            </a:prstGeom>
            <a:solidFill>
              <a:srgbClr val="C7CCD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14"/>
          <p:cNvGrpSpPr/>
          <p:nvPr/>
        </p:nvGrpSpPr>
        <p:grpSpPr>
          <a:xfrm>
            <a:off x="9528071" y="4153266"/>
            <a:ext cx="7690057" cy="4342665"/>
            <a:chOff x="1603271" y="366"/>
            <a:chExt cx="7690057" cy="4342665"/>
          </a:xfrm>
        </p:grpSpPr>
        <p:sp>
          <p:nvSpPr>
            <p:cNvPr id="393" name="Google Shape;393;p14"/>
            <p:cNvSpPr/>
            <p:nvPr/>
          </p:nvSpPr>
          <p:spPr>
            <a:xfrm rot="10800000">
              <a:off x="2047089" y="366"/>
              <a:ext cx="7246239" cy="887636"/>
            </a:xfrm>
            <a:prstGeom prst="homePlate">
              <a:avLst>
                <a:gd name="adj" fmla="val 50000"/>
              </a:avLst>
            </a:prstGeom>
            <a:solidFill>
              <a:schemeClr val="lt1"/>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4"/>
            <p:cNvSpPr txBox="1"/>
            <p:nvPr/>
          </p:nvSpPr>
          <p:spPr>
            <a:xfrm>
              <a:off x="2268998" y="366"/>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395" name="Google Shape;395;p14"/>
            <p:cNvSpPr/>
            <p:nvPr/>
          </p:nvSpPr>
          <p:spPr>
            <a:xfrm>
              <a:off x="1603271" y="366"/>
              <a:ext cx="887636" cy="887636"/>
            </a:xfrm>
            <a:prstGeom prst="ellipse">
              <a:avLst/>
            </a:prstGeom>
            <a:solidFill>
              <a:srgbClr val="CAD2D3"/>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14"/>
            <p:cNvSpPr/>
            <p:nvPr/>
          </p:nvSpPr>
          <p:spPr>
            <a:xfrm rot="10800000">
              <a:off x="2047089" y="1152043"/>
              <a:ext cx="7246239" cy="887636"/>
            </a:xfrm>
            <a:prstGeom prst="homePlate">
              <a:avLst>
                <a:gd name="adj" fmla="val 50000"/>
              </a:avLst>
            </a:prstGeom>
            <a:solidFill>
              <a:schemeClr val="lt1"/>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txBox="1"/>
            <p:nvPr/>
          </p:nvSpPr>
          <p:spPr>
            <a:xfrm>
              <a:off x="2268998" y="1152043"/>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398" name="Google Shape;398;p14"/>
            <p:cNvSpPr/>
            <p:nvPr/>
          </p:nvSpPr>
          <p:spPr>
            <a:xfrm>
              <a:off x="1603271" y="1152043"/>
              <a:ext cx="887636" cy="887636"/>
            </a:xfrm>
            <a:prstGeom prst="ellipse">
              <a:avLst/>
            </a:prstGeom>
            <a:solidFill>
              <a:srgbClr val="CAD2D3"/>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4"/>
            <p:cNvSpPr/>
            <p:nvPr/>
          </p:nvSpPr>
          <p:spPr>
            <a:xfrm rot="10800000">
              <a:off x="2047089" y="2303719"/>
              <a:ext cx="7246239" cy="887636"/>
            </a:xfrm>
            <a:prstGeom prst="homePlate">
              <a:avLst>
                <a:gd name="adj" fmla="val 50000"/>
              </a:avLst>
            </a:prstGeom>
            <a:solidFill>
              <a:schemeClr val="lt1"/>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4"/>
            <p:cNvSpPr txBox="1"/>
            <p:nvPr/>
          </p:nvSpPr>
          <p:spPr>
            <a:xfrm>
              <a:off x="2268998" y="2303719"/>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401" name="Google Shape;401;p14"/>
            <p:cNvSpPr/>
            <p:nvPr/>
          </p:nvSpPr>
          <p:spPr>
            <a:xfrm>
              <a:off x="1603271" y="2303719"/>
              <a:ext cx="887636" cy="887636"/>
            </a:xfrm>
            <a:prstGeom prst="ellipse">
              <a:avLst/>
            </a:prstGeom>
            <a:solidFill>
              <a:srgbClr val="CAD2D3"/>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4"/>
            <p:cNvSpPr/>
            <p:nvPr/>
          </p:nvSpPr>
          <p:spPr>
            <a:xfrm rot="10800000">
              <a:off x="2047089" y="3455395"/>
              <a:ext cx="7246239" cy="887636"/>
            </a:xfrm>
            <a:prstGeom prst="homePlate">
              <a:avLst>
                <a:gd name="adj" fmla="val 50000"/>
              </a:avLst>
            </a:prstGeom>
            <a:solidFill>
              <a:schemeClr val="lt1"/>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4"/>
            <p:cNvSpPr txBox="1"/>
            <p:nvPr/>
          </p:nvSpPr>
          <p:spPr>
            <a:xfrm>
              <a:off x="2268998" y="3455395"/>
              <a:ext cx="7024330" cy="887636"/>
            </a:xfrm>
            <a:prstGeom prst="rect">
              <a:avLst/>
            </a:prstGeom>
            <a:noFill/>
            <a:ln>
              <a:noFill/>
            </a:ln>
          </p:spPr>
          <p:txBody>
            <a:bodyPr spcFirstLastPara="1" wrap="square" lIns="391400" tIns="76200" rIns="142225" bIns="76200" anchor="ctr" anchorCtr="0">
              <a:noAutofit/>
            </a:bodyPr>
            <a:lstStyle/>
            <a:p>
              <a:pPr marL="0" marR="0" lvl="0" indent="0" algn="l" rtl="0">
                <a:lnSpc>
                  <a:spcPct val="90000"/>
                </a:lnSpc>
                <a:spcBef>
                  <a:spcPts val="0"/>
                </a:spcBef>
                <a:spcAft>
                  <a:spcPts val="0"/>
                </a:spcAft>
                <a:buClr>
                  <a:schemeClr val="dk1"/>
                </a:buClr>
                <a:buSzPts val="2000"/>
                <a:buFont typeface="Calibri"/>
                <a:buNone/>
              </a:pPr>
              <a:endParaRPr sz="2000" b="0" i="0">
                <a:solidFill>
                  <a:schemeClr val="lt1"/>
                </a:solidFill>
                <a:latin typeface="Google Sans Flex Medium"/>
                <a:ea typeface="Google Sans Flex Medium"/>
                <a:cs typeface="Google Sans Flex Medium"/>
                <a:sym typeface="Google Sans Flex Medium"/>
              </a:endParaRPr>
            </a:p>
          </p:txBody>
        </p:sp>
        <p:sp>
          <p:nvSpPr>
            <p:cNvPr id="404" name="Google Shape;404;p14"/>
            <p:cNvSpPr/>
            <p:nvPr/>
          </p:nvSpPr>
          <p:spPr>
            <a:xfrm>
              <a:off x="1603271" y="3455395"/>
              <a:ext cx="887636" cy="887636"/>
            </a:xfrm>
            <a:prstGeom prst="ellipse">
              <a:avLst/>
            </a:prstGeom>
            <a:solidFill>
              <a:srgbClr val="CAD2D3"/>
            </a:solidFill>
            <a:ln w="25400" cap="flat" cmpd="sng">
              <a:solidFill>
                <a:srgbClr val="00595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ADD1045A-2B02-EB21-D6DD-156D6D93F0D1}"/>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6" name="Google Shape;324;p10">
            <a:extLst>
              <a:ext uri="{FF2B5EF4-FFF2-40B4-BE49-F238E27FC236}">
                <a16:creationId xmlns:a16="http://schemas.microsoft.com/office/drawing/2014/main" id="{84C83472-F1E0-4B48-A639-0CD039087B8A}"/>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pSp>
        <p:nvGrpSpPr>
          <p:cNvPr id="414" name="Google Shape;414;p15"/>
          <p:cNvGrpSpPr/>
          <p:nvPr/>
        </p:nvGrpSpPr>
        <p:grpSpPr>
          <a:xfrm>
            <a:off x="642497" y="1614573"/>
            <a:ext cx="17003006" cy="8105626"/>
            <a:chOff x="0" y="-47625"/>
            <a:chExt cx="4478158" cy="2134815"/>
          </a:xfrm>
        </p:grpSpPr>
        <p:sp>
          <p:nvSpPr>
            <p:cNvPr id="415" name="Google Shape;415;p15"/>
            <p:cNvSpPr/>
            <p:nvPr/>
          </p:nvSpPr>
          <p:spPr>
            <a:xfrm>
              <a:off x="0" y="0"/>
              <a:ext cx="4478158" cy="2087190"/>
            </a:xfrm>
            <a:custGeom>
              <a:avLst/>
              <a:gdLst/>
              <a:ahLst/>
              <a:cxnLst/>
              <a:rect l="l" t="t" r="r" b="b"/>
              <a:pathLst>
                <a:path w="4478158" h="2087190" extrusionOk="0">
                  <a:moveTo>
                    <a:pt x="9107" y="0"/>
                  </a:moveTo>
                  <a:lnTo>
                    <a:pt x="4469052" y="0"/>
                  </a:lnTo>
                  <a:cubicBezTo>
                    <a:pt x="4471467" y="0"/>
                    <a:pt x="4473783" y="959"/>
                    <a:pt x="4475491" y="2667"/>
                  </a:cubicBezTo>
                  <a:cubicBezTo>
                    <a:pt x="4477199" y="4375"/>
                    <a:pt x="4478158" y="6691"/>
                    <a:pt x="4478158" y="9107"/>
                  </a:cubicBezTo>
                  <a:lnTo>
                    <a:pt x="4478158" y="2078083"/>
                  </a:lnTo>
                  <a:cubicBezTo>
                    <a:pt x="4478158" y="2080499"/>
                    <a:pt x="4477199" y="2082815"/>
                    <a:pt x="4475491" y="2084523"/>
                  </a:cubicBezTo>
                  <a:cubicBezTo>
                    <a:pt x="4473783" y="2086231"/>
                    <a:pt x="4471467" y="2087190"/>
                    <a:pt x="4469052" y="2087190"/>
                  </a:cubicBezTo>
                  <a:lnTo>
                    <a:pt x="9107" y="2087190"/>
                  </a:lnTo>
                  <a:cubicBezTo>
                    <a:pt x="6691" y="2087190"/>
                    <a:pt x="4375" y="2086231"/>
                    <a:pt x="2667" y="2084523"/>
                  </a:cubicBezTo>
                  <a:cubicBezTo>
                    <a:pt x="959" y="2082815"/>
                    <a:pt x="0" y="2080499"/>
                    <a:pt x="0" y="2078083"/>
                  </a:cubicBezTo>
                  <a:lnTo>
                    <a:pt x="0" y="9107"/>
                  </a:lnTo>
                  <a:cubicBezTo>
                    <a:pt x="0" y="6691"/>
                    <a:pt x="959" y="4375"/>
                    <a:pt x="2667" y="2667"/>
                  </a:cubicBezTo>
                  <a:cubicBezTo>
                    <a:pt x="4375" y="959"/>
                    <a:pt x="6691" y="0"/>
                    <a:pt x="910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15"/>
            <p:cNvSpPr txBox="1"/>
            <p:nvPr/>
          </p:nvSpPr>
          <p:spPr>
            <a:xfrm>
              <a:off x="0" y="-47625"/>
              <a:ext cx="4478158" cy="2134815"/>
            </a:xfrm>
            <a:prstGeom prst="rect">
              <a:avLst/>
            </a:prstGeom>
            <a:noFill/>
            <a:ln>
              <a:noFill/>
            </a:ln>
          </p:spPr>
          <p:txBody>
            <a:bodyPr spcFirstLastPara="1" wrap="square" lIns="50800" tIns="50800" rIns="50800" bIns="50800" anchor="ctr" anchorCtr="0">
              <a:noAutofit/>
            </a:bodyPr>
            <a:lstStyle/>
            <a:p>
              <a:pPr marL="0" marR="0" lvl="0" indent="0" algn="ctr" rtl="0">
                <a:lnSpc>
                  <a:spcPct val="124388"/>
                </a:lnSpc>
                <a:spcBef>
                  <a:spcPts val="0"/>
                </a:spcBef>
                <a:spcAft>
                  <a:spcPts val="0"/>
                </a:spcAft>
                <a:buNone/>
              </a:pPr>
              <a:endParaRPr sz="1800">
                <a:solidFill>
                  <a:schemeClr val="dk1"/>
                </a:solidFill>
                <a:latin typeface="Calibri"/>
                <a:ea typeface="Calibri"/>
                <a:cs typeface="Calibri"/>
                <a:sym typeface="Calibri"/>
              </a:endParaRPr>
            </a:p>
          </p:txBody>
        </p:sp>
      </p:grpSp>
      <p:sp>
        <p:nvSpPr>
          <p:cNvPr id="3" name="Online Image Placeholder 2">
            <a:extLst>
              <a:ext uri="{FF2B5EF4-FFF2-40B4-BE49-F238E27FC236}">
                <a16:creationId xmlns:a16="http://schemas.microsoft.com/office/drawing/2014/main" id="{06569682-B76A-4CF4-24A0-BA8A8E84BC10}"/>
              </a:ext>
            </a:extLst>
          </p:cNvPr>
          <p:cNvSpPr>
            <a:spLocks noGrp="1"/>
          </p:cNvSpPr>
          <p:nvPr>
            <p:ph type="clipArt" idx="2"/>
          </p:nvPr>
        </p:nvSpPr>
        <p:spPr/>
        <p:txBody>
          <a:bodyPr/>
          <a:lstStyle/>
          <a:p>
            <a:endParaRPr lang="en-GR"/>
          </a:p>
        </p:txBody>
      </p:sp>
      <p:sp>
        <p:nvSpPr>
          <p:cNvPr id="417" name="Google Shape;417;p15"/>
          <p:cNvSpPr txBox="1">
            <a:spLocks noGrp="1"/>
          </p:cNvSpPr>
          <p:nvPr>
            <p:ph type="title" idx="4294967295"/>
          </p:nvPr>
        </p:nvSpPr>
        <p:spPr>
          <a:xfrm>
            <a:off x="0" y="2320925"/>
            <a:ext cx="16230600" cy="1192213"/>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Clr>
                <a:schemeClr val="dk2"/>
              </a:buClr>
              <a:buSzPts val="3400"/>
              <a:buFont typeface="Plus Jakarta Sans SemiBold"/>
              <a:buNone/>
            </a:pPr>
            <a:r>
              <a:rPr lang="en-US"/>
              <a:t>BRISA Partner Logos</a:t>
            </a:r>
            <a:endParaRPr/>
          </a:p>
        </p:txBody>
      </p:sp>
      <p:sp>
        <p:nvSpPr>
          <p:cNvPr id="418" name="Google Shape;418;p15"/>
          <p:cNvSpPr/>
          <p:nvPr/>
        </p:nvSpPr>
        <p:spPr>
          <a:xfrm>
            <a:off x="10287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3">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15"/>
          <p:cNvSpPr/>
          <p:nvPr/>
        </p:nvSpPr>
        <p:spPr>
          <a:xfrm>
            <a:off x="10287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4">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15"/>
          <p:cNvSpPr/>
          <p:nvPr/>
        </p:nvSpPr>
        <p:spPr>
          <a:xfrm>
            <a:off x="1028700" y="741807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5">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15"/>
          <p:cNvSpPr/>
          <p:nvPr/>
        </p:nvSpPr>
        <p:spPr>
          <a:xfrm>
            <a:off x="118491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6">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15"/>
          <p:cNvSpPr/>
          <p:nvPr/>
        </p:nvSpPr>
        <p:spPr>
          <a:xfrm>
            <a:off x="118491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7">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3" name="Google Shape;423;p15"/>
          <p:cNvSpPr/>
          <p:nvPr/>
        </p:nvSpPr>
        <p:spPr>
          <a:xfrm>
            <a:off x="11849100" y="741807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8">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15"/>
          <p:cNvSpPr/>
          <p:nvPr/>
        </p:nvSpPr>
        <p:spPr>
          <a:xfrm>
            <a:off x="37338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9">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15"/>
          <p:cNvSpPr/>
          <p:nvPr/>
        </p:nvSpPr>
        <p:spPr>
          <a:xfrm>
            <a:off x="37338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0">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15"/>
          <p:cNvSpPr/>
          <p:nvPr/>
        </p:nvSpPr>
        <p:spPr>
          <a:xfrm>
            <a:off x="3733800" y="741807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1">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15"/>
          <p:cNvSpPr/>
          <p:nvPr/>
        </p:nvSpPr>
        <p:spPr>
          <a:xfrm>
            <a:off x="145542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2">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15"/>
          <p:cNvSpPr/>
          <p:nvPr/>
        </p:nvSpPr>
        <p:spPr>
          <a:xfrm>
            <a:off x="145542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3">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15"/>
          <p:cNvSpPr/>
          <p:nvPr/>
        </p:nvSpPr>
        <p:spPr>
          <a:xfrm>
            <a:off x="64389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4">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15"/>
          <p:cNvSpPr/>
          <p:nvPr/>
        </p:nvSpPr>
        <p:spPr>
          <a:xfrm>
            <a:off x="64389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5">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15"/>
          <p:cNvSpPr/>
          <p:nvPr/>
        </p:nvSpPr>
        <p:spPr>
          <a:xfrm>
            <a:off x="6438900" y="741807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6">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15"/>
          <p:cNvSpPr/>
          <p:nvPr/>
        </p:nvSpPr>
        <p:spPr>
          <a:xfrm>
            <a:off x="9144000" y="331470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7">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15"/>
          <p:cNvSpPr/>
          <p:nvPr/>
        </p:nvSpPr>
        <p:spPr>
          <a:xfrm>
            <a:off x="9144000" y="5366385"/>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8">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15"/>
          <p:cNvSpPr/>
          <p:nvPr/>
        </p:nvSpPr>
        <p:spPr>
          <a:xfrm>
            <a:off x="9144000" y="7418070"/>
            <a:ext cx="2705100" cy="2051685"/>
          </a:xfrm>
          <a:custGeom>
            <a:avLst/>
            <a:gdLst/>
            <a:ahLst/>
            <a:cxnLst/>
            <a:rect l="l" t="t" r="r" b="b"/>
            <a:pathLst>
              <a:path w="1071658" h="812800" extrusionOk="0">
                <a:moveTo>
                  <a:pt x="0" y="0"/>
                </a:moveTo>
                <a:lnTo>
                  <a:pt x="1071658" y="0"/>
                </a:lnTo>
                <a:lnTo>
                  <a:pt x="1071658" y="812800"/>
                </a:lnTo>
                <a:lnTo>
                  <a:pt x="0" y="812800"/>
                </a:lnTo>
                <a:close/>
              </a:path>
            </a:pathLst>
          </a:custGeom>
          <a:blipFill rotWithShape="1">
            <a:blip r:embed="rId19">
              <a:alphaModFix/>
            </a:blip>
            <a:stretch>
              <a:fillRect t="-15923" b="-159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9C7AAF46-3140-0134-4903-0EAA60288091}"/>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5" name="Google Shape;324;p10">
            <a:extLst>
              <a:ext uri="{FF2B5EF4-FFF2-40B4-BE49-F238E27FC236}">
                <a16:creationId xmlns:a16="http://schemas.microsoft.com/office/drawing/2014/main" id="{2A83C56E-1AAD-5F03-B1FE-FCAD9F761F9D}"/>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DD7EF628-3DC8-BAA0-1166-729ABF76D1DD}"/>
              </a:ext>
            </a:extLst>
          </p:cNvPr>
          <p:cNvSpPr>
            <a:spLocks noGrp="1"/>
          </p:cNvSpPr>
          <p:nvPr>
            <p:ph type="clipArt" idx="2"/>
          </p:nvPr>
        </p:nvSpPr>
        <p:spPr/>
        <p:txBody>
          <a:bodyPr/>
          <a:lstStyle/>
          <a:p>
            <a:endParaRPr lang="en-GR"/>
          </a:p>
        </p:txBody>
      </p:sp>
      <p:sp>
        <p:nvSpPr>
          <p:cNvPr id="445" name="Google Shape;445;p16"/>
          <p:cNvSpPr/>
          <p:nvPr/>
        </p:nvSpPr>
        <p:spPr>
          <a:xfrm>
            <a:off x="0" y="1789043"/>
            <a:ext cx="18268950" cy="8155057"/>
          </a:xfrm>
          <a:prstGeom prst="rect">
            <a:avLst/>
          </a:prstGeom>
          <a:solidFill>
            <a:srgbClr val="EEF1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46" name="Google Shape;446;p16"/>
          <p:cNvPicPr preferRelativeResize="0"/>
          <p:nvPr/>
        </p:nvPicPr>
        <p:blipFill rotWithShape="1">
          <a:blip r:embed="rId3">
            <a:alphaModFix/>
          </a:blip>
          <a:srcRect l="23824" r="23824"/>
          <a:stretch/>
        </p:blipFill>
        <p:spPr>
          <a:xfrm>
            <a:off x="648108" y="2552700"/>
            <a:ext cx="8343493" cy="6257620"/>
          </a:xfrm>
          <a:prstGeom prst="roundRect">
            <a:avLst>
              <a:gd name="adj" fmla="val 2244"/>
            </a:avLst>
          </a:prstGeom>
          <a:noFill/>
          <a:ln>
            <a:noFill/>
          </a:ln>
        </p:spPr>
      </p:pic>
      <p:pic>
        <p:nvPicPr>
          <p:cNvPr id="447" name="Google Shape;447;p16"/>
          <p:cNvPicPr preferRelativeResize="0"/>
          <p:nvPr/>
        </p:nvPicPr>
        <p:blipFill rotWithShape="1">
          <a:blip r:embed="rId4">
            <a:alphaModFix/>
          </a:blip>
          <a:srcRect/>
          <a:stretch/>
        </p:blipFill>
        <p:spPr>
          <a:xfrm>
            <a:off x="9296399" y="2552700"/>
            <a:ext cx="8343493" cy="6257620"/>
          </a:xfrm>
          <a:prstGeom prst="roundRect">
            <a:avLst>
              <a:gd name="adj" fmla="val 2244"/>
            </a:avLst>
          </a:prstGeom>
          <a:noFill/>
          <a:ln>
            <a:noFill/>
          </a:ln>
        </p:spPr>
      </p:pic>
      <p:sp>
        <p:nvSpPr>
          <p:cNvPr id="4" name="TextBox 3">
            <a:extLst>
              <a:ext uri="{FF2B5EF4-FFF2-40B4-BE49-F238E27FC236}">
                <a16:creationId xmlns:a16="http://schemas.microsoft.com/office/drawing/2014/main" id="{FA75167B-21F5-CFE5-30EE-895760E530A6}"/>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5" name="Google Shape;324;p10">
            <a:extLst>
              <a:ext uri="{FF2B5EF4-FFF2-40B4-BE49-F238E27FC236}">
                <a16:creationId xmlns:a16="http://schemas.microsoft.com/office/drawing/2014/main" id="{770597B5-F341-732A-FA6F-259627BEF279}"/>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17"/>
          <p:cNvSpPr/>
          <p:nvPr/>
        </p:nvSpPr>
        <p:spPr>
          <a:xfrm>
            <a:off x="0" y="1525977"/>
            <a:ext cx="18268950" cy="8418123"/>
          </a:xfrm>
          <a:prstGeom prst="rect">
            <a:avLst/>
          </a:prstGeom>
          <a:solidFill>
            <a:srgbClr val="EEF1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Online Image Placeholder 2">
            <a:extLst>
              <a:ext uri="{FF2B5EF4-FFF2-40B4-BE49-F238E27FC236}">
                <a16:creationId xmlns:a16="http://schemas.microsoft.com/office/drawing/2014/main" id="{4DAEDBE9-9434-1988-B6BD-DDF7676A9435}"/>
              </a:ext>
            </a:extLst>
          </p:cNvPr>
          <p:cNvSpPr>
            <a:spLocks noGrp="1"/>
          </p:cNvSpPr>
          <p:nvPr>
            <p:ph type="clipArt" idx="2"/>
          </p:nvPr>
        </p:nvSpPr>
        <p:spPr/>
        <p:txBody>
          <a:bodyPr/>
          <a:lstStyle/>
          <a:p>
            <a:endParaRPr lang="en-GR"/>
          </a:p>
        </p:txBody>
      </p:sp>
      <p:pic>
        <p:nvPicPr>
          <p:cNvPr id="458" name="Google Shape;458;p17"/>
          <p:cNvPicPr preferRelativeResize="0"/>
          <p:nvPr/>
        </p:nvPicPr>
        <p:blipFill rotWithShape="1">
          <a:blip r:embed="rId3">
            <a:alphaModFix/>
          </a:blip>
          <a:srcRect/>
          <a:stretch/>
        </p:blipFill>
        <p:spPr>
          <a:xfrm>
            <a:off x="648108" y="2552700"/>
            <a:ext cx="8343493" cy="6257620"/>
          </a:xfrm>
          <a:prstGeom prst="roundRect">
            <a:avLst>
              <a:gd name="adj" fmla="val 2244"/>
            </a:avLst>
          </a:prstGeom>
          <a:noFill/>
          <a:ln>
            <a:noFill/>
          </a:ln>
        </p:spPr>
      </p:pic>
      <p:pic>
        <p:nvPicPr>
          <p:cNvPr id="459" name="Google Shape;459;p17"/>
          <p:cNvPicPr preferRelativeResize="0"/>
          <p:nvPr/>
        </p:nvPicPr>
        <p:blipFill rotWithShape="1">
          <a:blip r:embed="rId4">
            <a:alphaModFix/>
          </a:blip>
          <a:srcRect l="-21147" t="-1436" r="-14101"/>
          <a:stretch/>
        </p:blipFill>
        <p:spPr>
          <a:xfrm>
            <a:off x="9296399" y="2552700"/>
            <a:ext cx="8343493" cy="6257620"/>
          </a:xfrm>
          <a:prstGeom prst="roundRect">
            <a:avLst>
              <a:gd name="adj" fmla="val 2244"/>
            </a:avLst>
          </a:prstGeom>
          <a:noFill/>
          <a:ln w="9525" cap="flat" cmpd="sng">
            <a:solidFill>
              <a:schemeClr val="accent5"/>
            </a:solidFill>
            <a:prstDash val="solid"/>
            <a:round/>
            <a:headEnd type="none" w="sm" len="sm"/>
            <a:tailEnd type="none" w="sm" len="sm"/>
          </a:ln>
        </p:spPr>
      </p:pic>
      <p:sp>
        <p:nvSpPr>
          <p:cNvPr id="4" name="TextBox 3">
            <a:extLst>
              <a:ext uri="{FF2B5EF4-FFF2-40B4-BE49-F238E27FC236}">
                <a16:creationId xmlns:a16="http://schemas.microsoft.com/office/drawing/2014/main" id="{5EA886FF-DF4E-BDED-F987-96A760898B8D}"/>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5" name="Google Shape;324;p10">
            <a:extLst>
              <a:ext uri="{FF2B5EF4-FFF2-40B4-BE49-F238E27FC236}">
                <a16:creationId xmlns:a16="http://schemas.microsoft.com/office/drawing/2014/main" id="{6BA3CB29-B694-BFD3-6CA3-5BF84BD09E81}"/>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7D2349B3-F21D-A40B-B072-FB6B4A7A8D6B}"/>
              </a:ext>
            </a:extLst>
          </p:cNvPr>
          <p:cNvSpPr>
            <a:spLocks noGrp="1"/>
          </p:cNvSpPr>
          <p:nvPr>
            <p:ph type="clipArt" idx="2"/>
          </p:nvPr>
        </p:nvSpPr>
        <p:spPr/>
        <p:txBody>
          <a:bodyPr/>
          <a:lstStyle/>
          <a:p>
            <a:endParaRPr lang="en-GR"/>
          </a:p>
        </p:txBody>
      </p:sp>
      <p:sp>
        <p:nvSpPr>
          <p:cNvPr id="469" name="Google Shape;469;p18"/>
          <p:cNvSpPr/>
          <p:nvPr/>
        </p:nvSpPr>
        <p:spPr>
          <a:xfrm>
            <a:off x="0" y="1762539"/>
            <a:ext cx="18268950" cy="8181561"/>
          </a:xfrm>
          <a:prstGeom prst="rect">
            <a:avLst/>
          </a:prstGeom>
          <a:solidFill>
            <a:srgbClr val="EEF1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70" name="Google Shape;470;p18"/>
          <p:cNvPicPr preferRelativeResize="0"/>
          <p:nvPr/>
        </p:nvPicPr>
        <p:blipFill rotWithShape="1">
          <a:blip r:embed="rId3">
            <a:alphaModFix/>
          </a:blip>
          <a:srcRect l="7898" r="7898"/>
          <a:stretch/>
        </p:blipFill>
        <p:spPr>
          <a:xfrm>
            <a:off x="648108" y="2552700"/>
            <a:ext cx="8343493" cy="6257620"/>
          </a:xfrm>
          <a:prstGeom prst="roundRect">
            <a:avLst>
              <a:gd name="adj" fmla="val 2244"/>
            </a:avLst>
          </a:prstGeom>
          <a:noFill/>
          <a:ln>
            <a:noFill/>
          </a:ln>
        </p:spPr>
      </p:pic>
      <p:pic>
        <p:nvPicPr>
          <p:cNvPr id="471" name="Google Shape;471;p18"/>
          <p:cNvPicPr preferRelativeResize="0"/>
          <p:nvPr/>
        </p:nvPicPr>
        <p:blipFill rotWithShape="1">
          <a:blip r:embed="rId4">
            <a:alphaModFix/>
          </a:blip>
          <a:srcRect l="5600" r="5600"/>
          <a:stretch/>
        </p:blipFill>
        <p:spPr>
          <a:xfrm>
            <a:off x="9296399" y="2552700"/>
            <a:ext cx="8343493" cy="6257620"/>
          </a:xfrm>
          <a:prstGeom prst="roundRect">
            <a:avLst>
              <a:gd name="adj" fmla="val 2244"/>
            </a:avLst>
          </a:prstGeom>
          <a:noFill/>
          <a:ln>
            <a:noFill/>
          </a:ln>
        </p:spPr>
      </p:pic>
      <p:sp>
        <p:nvSpPr>
          <p:cNvPr id="4" name="Google Shape;324;p10">
            <a:extLst>
              <a:ext uri="{FF2B5EF4-FFF2-40B4-BE49-F238E27FC236}">
                <a16:creationId xmlns:a16="http://schemas.microsoft.com/office/drawing/2014/main" id="{F9A59FBD-0AFC-2991-89EA-9328FAEDD064}"/>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8E2106C6-04DE-D818-BC8E-17CBA7BC44A0}"/>
              </a:ext>
            </a:extLst>
          </p:cNvPr>
          <p:cNvSpPr>
            <a:spLocks noGrp="1"/>
          </p:cNvSpPr>
          <p:nvPr>
            <p:ph type="clipArt" idx="2"/>
          </p:nvPr>
        </p:nvSpPr>
        <p:spPr/>
        <p:txBody>
          <a:bodyPr/>
          <a:lstStyle/>
          <a:p>
            <a:endParaRPr lang="en-GR"/>
          </a:p>
        </p:txBody>
      </p:sp>
      <p:sp>
        <p:nvSpPr>
          <p:cNvPr id="481" name="Google Shape;481;p19"/>
          <p:cNvSpPr/>
          <p:nvPr/>
        </p:nvSpPr>
        <p:spPr>
          <a:xfrm>
            <a:off x="0" y="1775791"/>
            <a:ext cx="18268950" cy="8136835"/>
          </a:xfrm>
          <a:prstGeom prst="rect">
            <a:avLst/>
          </a:prstGeom>
          <a:solidFill>
            <a:srgbClr val="EEF1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82" name="Google Shape;482;p19"/>
          <p:cNvPicPr preferRelativeResize="0"/>
          <p:nvPr/>
        </p:nvPicPr>
        <p:blipFill rotWithShape="1">
          <a:blip r:embed="rId3">
            <a:alphaModFix/>
          </a:blip>
          <a:srcRect l="12500" r="12500"/>
          <a:stretch/>
        </p:blipFill>
        <p:spPr>
          <a:xfrm>
            <a:off x="648108" y="2552700"/>
            <a:ext cx="8343493" cy="6257620"/>
          </a:xfrm>
          <a:prstGeom prst="roundRect">
            <a:avLst>
              <a:gd name="adj" fmla="val 2244"/>
            </a:avLst>
          </a:prstGeom>
          <a:noFill/>
          <a:ln>
            <a:noFill/>
          </a:ln>
        </p:spPr>
      </p:pic>
      <p:pic>
        <p:nvPicPr>
          <p:cNvPr id="483" name="Google Shape;483;p19"/>
          <p:cNvPicPr preferRelativeResize="0"/>
          <p:nvPr/>
        </p:nvPicPr>
        <p:blipFill rotWithShape="1">
          <a:blip r:embed="rId4">
            <a:alphaModFix/>
          </a:blip>
          <a:srcRect l="12500" r="12500"/>
          <a:stretch/>
        </p:blipFill>
        <p:spPr>
          <a:xfrm>
            <a:off x="9296399" y="2552700"/>
            <a:ext cx="8343493" cy="6257620"/>
          </a:xfrm>
          <a:prstGeom prst="roundRect">
            <a:avLst>
              <a:gd name="adj" fmla="val 2244"/>
            </a:avLst>
          </a:prstGeom>
          <a:noFill/>
          <a:ln>
            <a:noFill/>
          </a:ln>
        </p:spPr>
      </p:pic>
      <p:sp>
        <p:nvSpPr>
          <p:cNvPr id="4" name="TextBox 3">
            <a:extLst>
              <a:ext uri="{FF2B5EF4-FFF2-40B4-BE49-F238E27FC236}">
                <a16:creationId xmlns:a16="http://schemas.microsoft.com/office/drawing/2014/main" id="{54D39A8B-6F66-2B0F-84E8-D70F51562DF8}"/>
              </a:ext>
            </a:extLst>
          </p:cNvPr>
          <p:cNvSpPr txBox="1"/>
          <p:nvPr/>
        </p:nvSpPr>
        <p:spPr>
          <a:xfrm>
            <a:off x="15862852" y="1338050"/>
            <a:ext cx="1782650" cy="276999"/>
          </a:xfrm>
          <a:prstGeom prst="rect">
            <a:avLst/>
          </a:prstGeom>
          <a:noFill/>
        </p:spPr>
        <p:txBody>
          <a:bodyPr wrap="square" rtlCol="0">
            <a:spAutoFit/>
          </a:bodyPr>
          <a:lstStyle/>
          <a:p>
            <a:pPr algn="ctr"/>
            <a:r>
              <a:rPr lang="en-GR" sz="1200" dirty="0">
                <a:latin typeface="Plus Jakarta Sans" pitchFamily="2" charset="77"/>
                <a:ea typeface="Google Sans" pitchFamily="2" charset="0"/>
                <a:cs typeface="Plus Jakarta Sans" pitchFamily="2" charset="77"/>
              </a:rPr>
              <a:t>Add Partner’s Logo</a:t>
            </a:r>
          </a:p>
        </p:txBody>
      </p:sp>
      <p:sp>
        <p:nvSpPr>
          <p:cNvPr id="5" name="Google Shape;324;p10">
            <a:extLst>
              <a:ext uri="{FF2B5EF4-FFF2-40B4-BE49-F238E27FC236}">
                <a16:creationId xmlns:a16="http://schemas.microsoft.com/office/drawing/2014/main" id="{97095A34-43B1-89B8-AF59-525E4FE23917}"/>
              </a:ext>
            </a:extLst>
          </p:cNvPr>
          <p:cNvSpPr txBox="1"/>
          <p:nvPr/>
        </p:nvSpPr>
        <p:spPr>
          <a:xfrm>
            <a:off x="869055" y="9791700"/>
            <a:ext cx="8001000" cy="3275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2"/>
              </a:buClr>
              <a:buSzPts val="1600"/>
              <a:buFont typeface="Arial"/>
              <a:buNone/>
            </a:pPr>
            <a:r>
              <a:rPr lang="en-US" sz="1600" dirty="0">
                <a:solidFill>
                  <a:schemeClr val="dk2"/>
                </a:solidFill>
                <a:latin typeface="Plus Jakarta Sans"/>
                <a:ea typeface="Plus Jakarta Sans"/>
                <a:cs typeface="Plus Jakarta Sans"/>
                <a:sym typeface="Plus Jakarta Sans"/>
              </a:rPr>
              <a:t>BRISA Master Presentation Template</a:t>
            </a:r>
            <a:endParaRPr sz="1600" dirty="0">
              <a:solidFill>
                <a:schemeClr val="dk2"/>
              </a:solidFill>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4A61B"/>
              </a:buClr>
              <a:buSzPts val="5600"/>
              <a:buFont typeface="Plus Jakarta Sans"/>
              <a:buNone/>
            </a:pPr>
            <a:r>
              <a:rPr lang="en-US" dirty="0"/>
              <a:t>Thank you for </a:t>
            </a:r>
            <a:br>
              <a:rPr lang="en-US" dirty="0"/>
            </a:br>
            <a:r>
              <a:rPr lang="en-US" dirty="0"/>
              <a:t>your attention!</a:t>
            </a:r>
            <a:endParaRPr dirty="0"/>
          </a:p>
        </p:txBody>
      </p:sp>
      <p:sp>
        <p:nvSpPr>
          <p:cNvPr id="489" name="Google Shape;489;p20"/>
          <p:cNvSpPr>
            <a:spLocks noGrp="1"/>
          </p:cNvSpPr>
          <p:nvPr>
            <p:ph type="clipArt" idx="2"/>
          </p:nvPr>
        </p:nvSpPr>
        <p:spPr>
          <a:prstGeom prst="rect">
            <a:avLst/>
          </a:prstGeom>
          <a:noFill/>
          <a:ln>
            <a:noFill/>
          </a:ln>
        </p:spPr>
        <p:txBody>
          <a:bodyPr/>
          <a:lstStyle/>
          <a:p>
            <a:endParaRPr lang="en-GR"/>
          </a:p>
        </p:txBody>
      </p:sp>
      <p:sp>
        <p:nvSpPr>
          <p:cNvPr id="3" name="Text Placeholder 5">
            <a:extLst>
              <a:ext uri="{FF2B5EF4-FFF2-40B4-BE49-F238E27FC236}">
                <a16:creationId xmlns:a16="http://schemas.microsoft.com/office/drawing/2014/main" id="{91CB64E3-14AD-DCEF-6163-DB941E6276BD}"/>
              </a:ext>
            </a:extLst>
          </p:cNvPr>
          <p:cNvSpPr>
            <a:spLocks noGrp="1"/>
          </p:cNvSpPr>
          <p:nvPr>
            <p:ph type="body" idx="1"/>
          </p:nvPr>
        </p:nvSpPr>
        <p:spPr>
          <a:xfrm>
            <a:off x="4370541" y="5753100"/>
            <a:ext cx="5029200" cy="1970087"/>
          </a:xfrm>
        </p:spPr>
        <p:txBody>
          <a:bodyPr/>
          <a:lstStyle/>
          <a:p>
            <a:pPr marL="0" lvl="0" indent="0">
              <a:lnSpc>
                <a:spcPct val="150000"/>
              </a:lnSpc>
              <a:spcBef>
                <a:spcPts val="0"/>
              </a:spcBef>
              <a:buClr>
                <a:srgbClr val="C7CECB"/>
              </a:buClr>
            </a:pPr>
            <a:r>
              <a:rPr lang="en-US" dirty="0">
                <a:solidFill>
                  <a:srgbClr val="01696C"/>
                </a:solidFill>
              </a:rPr>
              <a:t>Partner / Speaker: Name Surname</a:t>
            </a:r>
          </a:p>
          <a:p>
            <a:pPr marL="0" lvl="0" indent="0">
              <a:lnSpc>
                <a:spcPct val="150000"/>
              </a:lnSpc>
              <a:buClr>
                <a:srgbClr val="C7CECB"/>
              </a:buClr>
            </a:pPr>
            <a:r>
              <a:rPr lang="en-US" dirty="0">
                <a:solidFill>
                  <a:srgbClr val="01696C"/>
                </a:solidFill>
              </a:rPr>
              <a:t>Title: Title/Role/Position</a:t>
            </a:r>
          </a:p>
          <a:p>
            <a:pPr marL="0" lvl="0" indent="0">
              <a:lnSpc>
                <a:spcPct val="150000"/>
              </a:lnSpc>
              <a:buClr>
                <a:srgbClr val="C7CECB"/>
              </a:buClr>
            </a:pPr>
            <a:r>
              <a:rPr lang="en-US" dirty="0" err="1">
                <a:solidFill>
                  <a:srgbClr val="01696C"/>
                </a:solidFill>
              </a:rPr>
              <a:t>Organisation</a:t>
            </a:r>
            <a:r>
              <a:rPr lang="en-US" dirty="0">
                <a:solidFill>
                  <a:srgbClr val="01696C"/>
                </a:solidFill>
              </a:rPr>
              <a:t>: Name of Org.</a:t>
            </a:r>
          </a:p>
          <a:p>
            <a:pPr marL="0" lvl="0" indent="0">
              <a:lnSpc>
                <a:spcPct val="150000"/>
              </a:lnSpc>
              <a:buClr>
                <a:srgbClr val="C7CECB"/>
              </a:buClr>
            </a:pPr>
            <a:r>
              <a:rPr lang="en-US" dirty="0">
                <a:solidFill>
                  <a:srgbClr val="01696C"/>
                </a:solidFill>
              </a:rPr>
              <a:t>Date: Date of the presentation</a:t>
            </a:r>
          </a:p>
        </p:txBody>
      </p:sp>
      <p:sp>
        <p:nvSpPr>
          <p:cNvPr id="4" name="TextBox 3">
            <a:extLst>
              <a:ext uri="{FF2B5EF4-FFF2-40B4-BE49-F238E27FC236}">
                <a16:creationId xmlns:a16="http://schemas.microsoft.com/office/drawing/2014/main" id="{7EF41A08-767A-8140-AA8D-181668D18288}"/>
              </a:ext>
            </a:extLst>
          </p:cNvPr>
          <p:cNvSpPr txBox="1"/>
          <p:nvPr/>
        </p:nvSpPr>
        <p:spPr>
          <a:xfrm>
            <a:off x="1725388" y="7193418"/>
            <a:ext cx="2192505" cy="338554"/>
          </a:xfrm>
          <a:prstGeom prst="rect">
            <a:avLst/>
          </a:prstGeom>
          <a:noFill/>
        </p:spPr>
        <p:txBody>
          <a:bodyPr wrap="square" rtlCol="0">
            <a:spAutoFit/>
          </a:bodyPr>
          <a:lstStyle/>
          <a:p>
            <a:pPr algn="ctr"/>
            <a:r>
              <a:rPr lang="en-GR" sz="1600" dirty="0">
                <a:latin typeface="Plus Jakarta Sans" pitchFamily="2" charset="77"/>
                <a:ea typeface="Google Sans" pitchFamily="2" charset="0"/>
                <a:cs typeface="Plus Jakarta Sans" pitchFamily="2" charset="77"/>
              </a:rPr>
              <a:t>Add Partner’s Logo</a:t>
            </a:r>
          </a:p>
        </p:txBody>
      </p:sp>
    </p:spTree>
  </p:cSld>
  <p:clrMapOvr>
    <a:masterClrMapping/>
  </p:clrMapOvr>
</p:sld>
</file>

<file path=ppt/theme/theme1.xml><?xml version="1.0" encoding="utf-8"?>
<a:theme xmlns:a="http://schemas.openxmlformats.org/drawingml/2006/main" name="AM-CC Cover Master - Light">
  <a:themeElements>
    <a:clrScheme name="IAM-CC Colour Palette">
      <a:dk1>
        <a:srgbClr val="000000"/>
      </a:dk1>
      <a:lt1>
        <a:srgbClr val="F8FCFF"/>
      </a:lt1>
      <a:dk2>
        <a:srgbClr val="15354D"/>
      </a:dk2>
      <a:lt2>
        <a:srgbClr val="F5F8FB"/>
      </a:lt2>
      <a:accent1>
        <a:srgbClr val="0A1217"/>
      </a:accent1>
      <a:accent2>
        <a:srgbClr val="15354D"/>
      </a:accent2>
      <a:accent3>
        <a:srgbClr val="54778E"/>
      </a:accent3>
      <a:accent4>
        <a:srgbClr val="CFD7DB"/>
      </a:accent4>
      <a:accent5>
        <a:srgbClr val="FF8173"/>
      </a:accent5>
      <a:accent6>
        <a:srgbClr val="FFAA73"/>
      </a:accent6>
      <a:hlink>
        <a:srgbClr val="15354D"/>
      </a:hlink>
      <a:folHlink>
        <a:srgbClr val="FF81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RISA Internal Master">
  <a:themeElements>
    <a:clrScheme name="BRISA Project">
      <a:dk1>
        <a:srgbClr val="000000"/>
      </a:dk1>
      <a:lt1>
        <a:srgbClr val="F8FCFF"/>
      </a:lt1>
      <a:dk2>
        <a:srgbClr val="006669"/>
      </a:dk2>
      <a:lt2>
        <a:srgbClr val="C7CECB"/>
      </a:lt2>
      <a:accent1>
        <a:srgbClr val="202020"/>
      </a:accent1>
      <a:accent2>
        <a:srgbClr val="006669"/>
      </a:accent2>
      <a:accent3>
        <a:srgbClr val="BE4933"/>
      </a:accent3>
      <a:accent4>
        <a:srgbClr val="FBAA1B"/>
      </a:accent4>
      <a:accent5>
        <a:srgbClr val="70808F"/>
      </a:accent5>
      <a:accent6>
        <a:srgbClr val="C7CECB"/>
      </a:accent6>
      <a:hlink>
        <a:srgbClr val="BE4933"/>
      </a:hlink>
      <a:folHlink>
        <a:srgbClr val="0066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547</Words>
  <Application>Microsoft Macintosh PowerPoint</Application>
  <PresentationFormat>Custom</PresentationFormat>
  <Paragraphs>152</Paragraphs>
  <Slides>18</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Plus Jakarta Sans SemiBold</vt:lpstr>
      <vt:lpstr>Plus Jakarta Sans Medium</vt:lpstr>
      <vt:lpstr>Calibri</vt:lpstr>
      <vt:lpstr>Plus Jakarta Sans</vt:lpstr>
      <vt:lpstr>Arial</vt:lpstr>
      <vt:lpstr>Google Sans</vt:lpstr>
      <vt:lpstr>Google Sans Flex Medium</vt:lpstr>
      <vt:lpstr>AM-CC Cover Master - Light</vt:lpstr>
      <vt:lpstr>BRISA Internal Master</vt:lpstr>
      <vt:lpstr>Presentation Title Goes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BRISA Partner Logos</vt:lpstr>
      <vt:lpstr>PowerPoint Presentation</vt:lpstr>
      <vt:lpstr>PowerPoint Presentation</vt:lpstr>
      <vt:lpstr>PowerPoint Presentation</vt:lpstr>
      <vt:lpstr>PowerPoint Presentation</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Panagiotis Chatzimathios</cp:lastModifiedBy>
  <cp:revision>2</cp:revision>
  <dcterms:created xsi:type="dcterms:W3CDTF">2006-08-16T00:00:00Z</dcterms:created>
  <dcterms:modified xsi:type="dcterms:W3CDTF">2026-07-06T13:27:02Z</dcterms:modified>
</cp:coreProperties>
</file>